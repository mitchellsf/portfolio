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AEAE"/>
    <a:srgbClr val="0000FF"/>
    <a:srgbClr val="FFFFFF"/>
    <a:srgbClr val="D9D9FF"/>
    <a:srgbClr val="000000"/>
    <a:srgbClr val="C1C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A1624-E9CB-4914-8755-EACC6633DDFF}" v="390" dt="2026-02-04T00:02:27.0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 autoAdjust="0"/>
    <p:restoredTop sz="94660"/>
  </p:normalViewPr>
  <p:slideViewPr>
    <p:cSldViewPr snapToGrid="0">
      <p:cViewPr varScale="1">
        <p:scale>
          <a:sx n="97" d="100"/>
          <a:sy n="97" d="100"/>
        </p:scale>
        <p:origin x="99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tchell Fowler" userId="0c3d3d0c9a062725" providerId="LiveId" clId="{50F2C5C9-6B18-44BE-87E6-70F8E9E3C765}"/>
    <pc:docChg chg="undo custSel addSld delSld modSld sldOrd">
      <pc:chgData name="Mitchell Fowler" userId="0c3d3d0c9a062725" providerId="LiveId" clId="{50F2C5C9-6B18-44BE-87E6-70F8E9E3C765}" dt="2026-02-04T00:02:57.138" v="1554" actId="167"/>
      <pc:docMkLst>
        <pc:docMk/>
      </pc:docMkLst>
      <pc:sldChg chg="addSp delSp modSp mod ord">
        <pc:chgData name="Mitchell Fowler" userId="0c3d3d0c9a062725" providerId="LiveId" clId="{50F2C5C9-6B18-44BE-87E6-70F8E9E3C765}" dt="2026-02-03T03:31:44.525" v="1431" actId="14100"/>
        <pc:sldMkLst>
          <pc:docMk/>
          <pc:sldMk cId="3354288650" sldId="257"/>
        </pc:sldMkLst>
        <pc:spChg chg="add mod ord">
          <ac:chgData name="Mitchell Fowler" userId="0c3d3d0c9a062725" providerId="LiveId" clId="{50F2C5C9-6B18-44BE-87E6-70F8E9E3C765}" dt="2026-02-03T03:31:44.525" v="1431" actId="14100"/>
          <ac:spMkLst>
            <pc:docMk/>
            <pc:sldMk cId="3354288650" sldId="257"/>
            <ac:spMk id="2" creationId="{F56336F9-C76D-0FA4-CD41-782AA67AFAAC}"/>
          </ac:spMkLst>
        </pc:spChg>
        <pc:spChg chg="add mod">
          <ac:chgData name="Mitchell Fowler" userId="0c3d3d0c9a062725" providerId="LiveId" clId="{50F2C5C9-6B18-44BE-87E6-70F8E9E3C765}" dt="2026-02-03T03:31:34.149" v="1430" actId="1076"/>
          <ac:spMkLst>
            <pc:docMk/>
            <pc:sldMk cId="3354288650" sldId="257"/>
            <ac:spMk id="7" creationId="{9BF01B7A-B2E6-B319-4CAF-03D5C45F5E47}"/>
          </ac:spMkLst>
        </pc:spChg>
        <pc:spChg chg="mod">
          <ac:chgData name="Mitchell Fowler" userId="0c3d3d0c9a062725" providerId="LiveId" clId="{50F2C5C9-6B18-44BE-87E6-70F8E9E3C765}" dt="2026-02-01T23:59:47.151" v="200" actId="164"/>
          <ac:spMkLst>
            <pc:docMk/>
            <pc:sldMk cId="3354288650" sldId="257"/>
            <ac:spMk id="10" creationId="{001FE2FC-7C4F-90DD-6C9F-FD8554CB6CCE}"/>
          </ac:spMkLst>
        </pc:spChg>
        <pc:spChg chg="mod">
          <ac:chgData name="Mitchell Fowler" userId="0c3d3d0c9a062725" providerId="LiveId" clId="{50F2C5C9-6B18-44BE-87E6-70F8E9E3C765}" dt="2026-02-02T00:03:44.090" v="286" actId="1076"/>
          <ac:spMkLst>
            <pc:docMk/>
            <pc:sldMk cId="3354288650" sldId="257"/>
            <ac:spMk id="11" creationId="{F0756FEC-6A86-921A-7736-1F6152D329B0}"/>
          </ac:spMkLst>
        </pc:spChg>
        <pc:spChg chg="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12" creationId="{DD4B585F-06B7-B1C9-5E2E-D0A8F35C9386}"/>
          </ac:spMkLst>
        </pc:spChg>
        <pc:spChg chg="mod">
          <ac:chgData name="Mitchell Fowler" userId="0c3d3d0c9a062725" providerId="LiveId" clId="{50F2C5C9-6B18-44BE-87E6-70F8E9E3C765}" dt="2026-02-02T00:42:34.162" v="605" actId="1038"/>
          <ac:spMkLst>
            <pc:docMk/>
            <pc:sldMk cId="3354288650" sldId="257"/>
            <ac:spMk id="13" creationId="{6AC595E2-716D-F037-C9D0-4164A3282489}"/>
          </ac:spMkLst>
        </pc:spChg>
        <pc:spChg chg="mod">
          <ac:chgData name="Mitchell Fowler" userId="0c3d3d0c9a062725" providerId="LiveId" clId="{50F2C5C9-6B18-44BE-87E6-70F8E9E3C765}" dt="2026-02-02T00:01:38.241" v="238" actId="1035"/>
          <ac:spMkLst>
            <pc:docMk/>
            <pc:sldMk cId="3354288650" sldId="257"/>
            <ac:spMk id="73" creationId="{5B581A85-0E7D-9AA9-5970-835C87A7B8BD}"/>
          </ac:spMkLst>
        </pc:spChg>
        <pc:spChg chg="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94" creationId="{B98E8906-A362-90B4-B084-A6AF5EDFBFBB}"/>
          </ac:spMkLst>
        </pc:spChg>
        <pc:spChg chg="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98" creationId="{D35BDBF6-90B2-C881-CF19-9EE9B0DB826C}"/>
          </ac:spMkLst>
        </pc:spChg>
        <pc:spChg chg="add 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108" creationId="{0DA8AD53-12C1-89CD-EFB7-10E91DD38751}"/>
          </ac:spMkLst>
        </pc:spChg>
        <pc:spChg chg="add mod">
          <ac:chgData name="Mitchell Fowler" userId="0c3d3d0c9a062725" providerId="LiveId" clId="{50F2C5C9-6B18-44BE-87E6-70F8E9E3C765}" dt="2026-02-02T00:03:44.090" v="286" actId="1076"/>
          <ac:spMkLst>
            <pc:docMk/>
            <pc:sldMk cId="3354288650" sldId="257"/>
            <ac:spMk id="117" creationId="{578B9119-EC1C-1EFD-A94B-6F6C227E5A6A}"/>
          </ac:spMkLst>
        </pc:spChg>
        <pc:spChg chg="mod">
          <ac:chgData name="Mitchell Fowler" userId="0c3d3d0c9a062725" providerId="LiveId" clId="{50F2C5C9-6B18-44BE-87E6-70F8E9E3C765}" dt="2026-02-02T00:03:54.460" v="287"/>
          <ac:spMkLst>
            <pc:docMk/>
            <pc:sldMk cId="3354288650" sldId="257"/>
            <ac:spMk id="119" creationId="{37667E2B-9121-3843-ACC0-B1CC6F38CE4E}"/>
          </ac:spMkLst>
        </pc:spChg>
        <pc:spChg chg="mod">
          <ac:chgData name="Mitchell Fowler" userId="0c3d3d0c9a062725" providerId="LiveId" clId="{50F2C5C9-6B18-44BE-87E6-70F8E9E3C765}" dt="2026-02-02T00:03:54.460" v="287"/>
          <ac:spMkLst>
            <pc:docMk/>
            <pc:sldMk cId="3354288650" sldId="257"/>
            <ac:spMk id="120" creationId="{A39EA9B7-E542-B8D3-5DE9-148705E496EB}"/>
          </ac:spMkLst>
        </pc:spChg>
        <pc:spChg chg="mod">
          <ac:chgData name="Mitchell Fowler" userId="0c3d3d0c9a062725" providerId="LiveId" clId="{50F2C5C9-6B18-44BE-87E6-70F8E9E3C765}" dt="2026-02-02T00:03:54.460" v="287"/>
          <ac:spMkLst>
            <pc:docMk/>
            <pc:sldMk cId="3354288650" sldId="257"/>
            <ac:spMk id="121" creationId="{313FB27F-85D1-F1E0-D866-4E197637DB39}"/>
          </ac:spMkLst>
        </pc:spChg>
        <pc:spChg chg="add 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122" creationId="{7BDBB9A4-9666-36D4-3A2F-D2237DEF616D}"/>
          </ac:spMkLst>
        </pc:spChg>
        <pc:spChg chg="add 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123" creationId="{CFB40BAC-E779-0654-298F-840406A5941B}"/>
          </ac:spMkLst>
        </pc:spChg>
        <pc:spChg chg="add mod">
          <ac:chgData name="Mitchell Fowler" userId="0c3d3d0c9a062725" providerId="LiveId" clId="{50F2C5C9-6B18-44BE-87E6-70F8E9E3C765}" dt="2026-02-02T00:30:58.222" v="395" actId="1038"/>
          <ac:spMkLst>
            <pc:docMk/>
            <pc:sldMk cId="3354288650" sldId="257"/>
            <ac:spMk id="124" creationId="{3633F53B-5633-5A43-4459-B2334FFAA1C1}"/>
          </ac:spMkLst>
        </pc:spChg>
        <pc:spChg chg="mod">
          <ac:chgData name="Mitchell Fowler" userId="0c3d3d0c9a062725" providerId="LiveId" clId="{50F2C5C9-6B18-44BE-87E6-70F8E9E3C765}" dt="2026-02-02T00:03:54.460" v="287"/>
          <ac:spMkLst>
            <pc:docMk/>
            <pc:sldMk cId="3354288650" sldId="257"/>
            <ac:spMk id="129" creationId="{D88CCD84-CD4A-11FB-8EA5-FB86BA9FBD9D}"/>
          </ac:spMkLst>
        </pc:spChg>
        <pc:spChg chg="mod">
          <ac:chgData name="Mitchell Fowler" userId="0c3d3d0c9a062725" providerId="LiveId" clId="{50F2C5C9-6B18-44BE-87E6-70F8E9E3C765}" dt="2026-02-02T00:03:54.460" v="287"/>
          <ac:spMkLst>
            <pc:docMk/>
            <pc:sldMk cId="3354288650" sldId="257"/>
            <ac:spMk id="130" creationId="{39D1238A-E04D-DF3A-4F86-00A41909158E}"/>
          </ac:spMkLst>
        </pc:spChg>
        <pc:spChg chg="add mod">
          <ac:chgData name="Mitchell Fowler" userId="0c3d3d0c9a062725" providerId="LiveId" clId="{50F2C5C9-6B18-44BE-87E6-70F8E9E3C765}" dt="2026-02-02T00:42:34.162" v="605" actId="1038"/>
          <ac:spMkLst>
            <pc:docMk/>
            <pc:sldMk cId="3354288650" sldId="257"/>
            <ac:spMk id="132" creationId="{C4F7D790-90F7-29B7-01CE-68EDBBB361BF}"/>
          </ac:spMkLst>
        </pc:spChg>
        <pc:spChg chg="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137" creationId="{00A7A237-A09C-3BD2-515D-4055CCB02F42}"/>
          </ac:spMkLst>
        </pc:spChg>
        <pc:spChg chg="add mod">
          <ac:chgData name="Mitchell Fowler" userId="0c3d3d0c9a062725" providerId="LiveId" clId="{50F2C5C9-6B18-44BE-87E6-70F8E9E3C765}" dt="2026-02-02T00:30:58.222" v="395" actId="1038"/>
          <ac:spMkLst>
            <pc:docMk/>
            <pc:sldMk cId="3354288650" sldId="257"/>
            <ac:spMk id="138" creationId="{0BB1FC4E-EDBD-CE99-4166-9845466E12AB}"/>
          </ac:spMkLst>
        </pc:spChg>
        <pc:spChg chg="mod">
          <ac:chgData name="Mitchell Fowler" userId="0c3d3d0c9a062725" providerId="LiveId" clId="{50F2C5C9-6B18-44BE-87E6-70F8E9E3C765}" dt="2026-02-02T00:31:10.851" v="396"/>
          <ac:spMkLst>
            <pc:docMk/>
            <pc:sldMk cId="3354288650" sldId="257"/>
            <ac:spMk id="143" creationId="{DCC6A8B5-9C16-75B8-4F1B-73624D6AF0C6}"/>
          </ac:spMkLst>
        </pc:spChg>
        <pc:spChg chg="mod">
          <ac:chgData name="Mitchell Fowler" userId="0c3d3d0c9a062725" providerId="LiveId" clId="{50F2C5C9-6B18-44BE-87E6-70F8E9E3C765}" dt="2026-02-02T00:31:10.851" v="396"/>
          <ac:spMkLst>
            <pc:docMk/>
            <pc:sldMk cId="3354288650" sldId="257"/>
            <ac:spMk id="144" creationId="{75C6F5A9-845F-6294-6A47-88C0BBA49256}"/>
          </ac:spMkLst>
        </pc:spChg>
        <pc:spChg chg="add 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146" creationId="{F9F9FB58-0E0A-027C-FAEB-9D6C1C6D479F}"/>
          </ac:spMkLst>
        </pc:spChg>
        <pc:spChg chg="add mod">
          <ac:chgData name="Mitchell Fowler" userId="0c3d3d0c9a062725" providerId="LiveId" clId="{50F2C5C9-6B18-44BE-87E6-70F8E9E3C765}" dt="2026-02-02T00:42:34.162" v="605" actId="1038"/>
          <ac:spMkLst>
            <pc:docMk/>
            <pc:sldMk cId="3354288650" sldId="257"/>
            <ac:spMk id="147" creationId="{69877BCF-8061-0910-65C6-22881EED7EDB}"/>
          </ac:spMkLst>
        </pc:spChg>
        <pc:spChg chg="mod">
          <ac:chgData name="Mitchell Fowler" userId="0c3d3d0c9a062725" providerId="LiveId" clId="{50F2C5C9-6B18-44BE-87E6-70F8E9E3C765}" dt="2026-02-02T00:31:28.010" v="397" actId="1076"/>
          <ac:spMkLst>
            <pc:docMk/>
            <pc:sldMk cId="3354288650" sldId="257"/>
            <ac:spMk id="148" creationId="{704F3638-F74C-7263-9533-0544FFDE1A4E}"/>
          </ac:spMkLst>
        </pc:spChg>
        <pc:spChg chg="mod">
          <ac:chgData name="Mitchell Fowler" userId="0c3d3d0c9a062725" providerId="LiveId" clId="{50F2C5C9-6B18-44BE-87E6-70F8E9E3C765}" dt="2026-02-02T00:31:10.851" v="396"/>
          <ac:spMkLst>
            <pc:docMk/>
            <pc:sldMk cId="3354288650" sldId="257"/>
            <ac:spMk id="153" creationId="{A945D821-8BE9-F129-FC83-2378838787D0}"/>
          </ac:spMkLst>
        </pc:spChg>
        <pc:spChg chg="mod">
          <ac:chgData name="Mitchell Fowler" userId="0c3d3d0c9a062725" providerId="LiveId" clId="{50F2C5C9-6B18-44BE-87E6-70F8E9E3C765}" dt="2026-02-02T00:31:10.851" v="396"/>
          <ac:spMkLst>
            <pc:docMk/>
            <pc:sldMk cId="3354288650" sldId="257"/>
            <ac:spMk id="154" creationId="{C3BBB0B8-FD5C-1547-FC47-F4CF475D8B56}"/>
          </ac:spMkLst>
        </pc:spChg>
        <pc:spChg chg="add mod">
          <ac:chgData name="Mitchell Fowler" userId="0c3d3d0c9a062725" providerId="LiveId" clId="{50F2C5C9-6B18-44BE-87E6-70F8E9E3C765}" dt="2026-02-03T00:23:25.995" v="674" actId="1038"/>
          <ac:spMkLst>
            <pc:docMk/>
            <pc:sldMk cId="3354288650" sldId="257"/>
            <ac:spMk id="156" creationId="{58B582D9-4A30-30A1-417B-35421CC09803}"/>
          </ac:spMkLst>
        </pc:spChg>
        <pc:spChg chg="add mod">
          <ac:chgData name="Mitchell Fowler" userId="0c3d3d0c9a062725" providerId="LiveId" clId="{50F2C5C9-6B18-44BE-87E6-70F8E9E3C765}" dt="2026-02-03T03:30:09.978" v="1425" actId="1076"/>
          <ac:spMkLst>
            <pc:docMk/>
            <pc:sldMk cId="3354288650" sldId="257"/>
            <ac:spMk id="161" creationId="{30997BC6-6593-9118-40E6-A37DB36CE2EE}"/>
          </ac:spMkLst>
        </pc:spChg>
        <pc:spChg chg="add mod">
          <ac:chgData name="Mitchell Fowler" userId="0c3d3d0c9a062725" providerId="LiveId" clId="{50F2C5C9-6B18-44BE-87E6-70F8E9E3C765}" dt="2026-02-02T00:42:34.162" v="605" actId="1038"/>
          <ac:spMkLst>
            <pc:docMk/>
            <pc:sldMk cId="3354288650" sldId="257"/>
            <ac:spMk id="162" creationId="{4F7B1280-D067-FFDA-EF18-6A1488BF9C54}"/>
          </ac:spMkLst>
        </pc:spChg>
        <pc:grpChg chg="mod">
          <ac:chgData name="Mitchell Fowler" userId="0c3d3d0c9a062725" providerId="LiveId" clId="{50F2C5C9-6B18-44BE-87E6-70F8E9E3C765}" dt="2026-02-02T00:03:44.090" v="286" actId="1076"/>
          <ac:grpSpMkLst>
            <pc:docMk/>
            <pc:sldMk cId="3354288650" sldId="257"/>
            <ac:grpSpMk id="72" creationId="{37651786-1F7B-00AE-C670-D357590911E4}"/>
          </ac:grpSpMkLst>
        </pc:grpChg>
        <pc:grpChg chg="add mod">
          <ac:chgData name="Mitchell Fowler" userId="0c3d3d0c9a062725" providerId="LiveId" clId="{50F2C5C9-6B18-44BE-87E6-70F8E9E3C765}" dt="2026-02-02T00:03:44.090" v="286" actId="1076"/>
          <ac:grpSpMkLst>
            <pc:docMk/>
            <pc:sldMk cId="3354288650" sldId="257"/>
            <ac:grpSpMk id="114" creationId="{5336F0C9-769A-992F-5895-B94AB3E6D5A3}"/>
          </ac:grpSpMkLst>
        </pc:grpChg>
        <pc:grpChg chg="mod">
          <ac:chgData name="Mitchell Fowler" userId="0c3d3d0c9a062725" providerId="LiveId" clId="{50F2C5C9-6B18-44BE-87E6-70F8E9E3C765}" dt="2026-02-02T00:39:12.361" v="477" actId="1035"/>
          <ac:grpSpMkLst>
            <pc:docMk/>
            <pc:sldMk cId="3354288650" sldId="257"/>
            <ac:grpSpMk id="118" creationId="{FD9FE292-784B-D038-55EA-4FBB50B2F86E}"/>
          </ac:grpSpMkLst>
        </pc:grpChg>
        <pc:grpChg chg="mod">
          <ac:chgData name="Mitchell Fowler" userId="0c3d3d0c9a062725" providerId="LiveId" clId="{50F2C5C9-6B18-44BE-87E6-70F8E9E3C765}" dt="2026-02-02T00:30:58.222" v="395" actId="1038"/>
          <ac:grpSpMkLst>
            <pc:docMk/>
            <pc:sldMk cId="3354288650" sldId="257"/>
            <ac:grpSpMk id="128" creationId="{F425662E-A564-335D-578C-7EE35C497BCD}"/>
          </ac:grpSpMkLst>
        </pc:grpChg>
        <pc:grpChg chg="mod">
          <ac:chgData name="Mitchell Fowler" userId="0c3d3d0c9a062725" providerId="LiveId" clId="{50F2C5C9-6B18-44BE-87E6-70F8E9E3C765}" dt="2026-02-02T00:41:23.587" v="540" actId="14100"/>
          <ac:grpSpMkLst>
            <pc:docMk/>
            <pc:sldMk cId="3354288650" sldId="257"/>
            <ac:grpSpMk id="142" creationId="{0D0F4B7E-F72D-8C6C-3E04-31E283932D7C}"/>
          </ac:grpSpMkLst>
        </pc:grpChg>
        <pc:grpChg chg="mod">
          <ac:chgData name="Mitchell Fowler" userId="0c3d3d0c9a062725" providerId="LiveId" clId="{50F2C5C9-6B18-44BE-87E6-70F8E9E3C765}" dt="2026-02-02T00:41:08.468" v="538" actId="1035"/>
          <ac:grpSpMkLst>
            <pc:docMk/>
            <pc:sldMk cId="3354288650" sldId="257"/>
            <ac:grpSpMk id="152" creationId="{F42A8957-C718-B497-EB7D-078195F8F6A1}"/>
          </ac:grpSpMkLst>
        </pc:grpChg>
        <pc:cxnChg chg="add mod">
          <ac:chgData name="Mitchell Fowler" userId="0c3d3d0c9a062725" providerId="LiveId" clId="{50F2C5C9-6B18-44BE-87E6-70F8E9E3C765}" dt="2026-02-03T03:30:16.159" v="1427" actId="1076"/>
          <ac:cxnSpMkLst>
            <pc:docMk/>
            <pc:sldMk cId="3354288650" sldId="257"/>
            <ac:cxnSpMk id="4" creationId="{9117B5D8-4520-F50D-1B24-8F09E5C3CFBC}"/>
          </ac:cxnSpMkLst>
        </pc:cxnChg>
        <pc:cxnChg chg="mod">
          <ac:chgData name="Mitchell Fowler" userId="0c3d3d0c9a062725" providerId="LiveId" clId="{50F2C5C9-6B18-44BE-87E6-70F8E9E3C765}" dt="2026-02-02T00:03:44.090" v="286" actId="1076"/>
          <ac:cxnSpMkLst>
            <pc:docMk/>
            <pc:sldMk cId="3354288650" sldId="257"/>
            <ac:cxnSpMk id="5" creationId="{58FC867B-7A3F-D371-79C3-1D73B3E9506F}"/>
          </ac:cxnSpMkLst>
        </pc:cxnChg>
        <pc:cxnChg chg="mod">
          <ac:chgData name="Mitchell Fowler" userId="0c3d3d0c9a062725" providerId="LiveId" clId="{50F2C5C9-6B18-44BE-87E6-70F8E9E3C765}" dt="2026-02-02T00:01:24.333" v="224" actId="1076"/>
          <ac:cxnSpMkLst>
            <pc:docMk/>
            <pc:sldMk cId="3354288650" sldId="257"/>
            <ac:cxnSpMk id="87" creationId="{6EE11BE4-5AA1-226E-1A17-6E3682964F60}"/>
          </ac:cxnSpMkLst>
        </pc:cxnChg>
        <pc:cxnChg chg="mod">
          <ac:chgData name="Mitchell Fowler" userId="0c3d3d0c9a062725" providerId="LiveId" clId="{50F2C5C9-6B18-44BE-87E6-70F8E9E3C765}" dt="2026-02-02T00:01:09.478" v="222" actId="14100"/>
          <ac:cxnSpMkLst>
            <pc:docMk/>
            <pc:sldMk cId="3354288650" sldId="257"/>
            <ac:cxnSpMk id="96" creationId="{15A832C7-18A5-4FE0-4FBE-666CFF9C5F1B}"/>
          </ac:cxnSpMkLst>
        </pc:cxnChg>
        <pc:cxnChg chg="mod">
          <ac:chgData name="Mitchell Fowler" userId="0c3d3d0c9a062725" providerId="LiveId" clId="{50F2C5C9-6B18-44BE-87E6-70F8E9E3C765}" dt="2026-02-02T00:45:08.011" v="618" actId="1035"/>
          <ac:cxnSpMkLst>
            <pc:docMk/>
            <pc:sldMk cId="3354288650" sldId="257"/>
            <ac:cxnSpMk id="100" creationId="{0CFC1D66-C387-2D4B-BA29-8363263B5BBA}"/>
          </ac:cxnSpMkLst>
        </pc:cxnChg>
        <pc:cxnChg chg="mod">
          <ac:chgData name="Mitchell Fowler" userId="0c3d3d0c9a062725" providerId="LiveId" clId="{50F2C5C9-6B18-44BE-87E6-70F8E9E3C765}" dt="2026-02-02T00:30:58.222" v="395" actId="1038"/>
          <ac:cxnSpMkLst>
            <pc:docMk/>
            <pc:sldMk cId="3354288650" sldId="257"/>
            <ac:cxnSpMk id="126" creationId="{347C75F2-4E75-231A-50FA-86658C143C3E}"/>
          </ac:cxnSpMkLst>
        </pc:cxnChg>
        <pc:cxnChg chg="mod">
          <ac:chgData name="Mitchell Fowler" userId="0c3d3d0c9a062725" providerId="LiveId" clId="{50F2C5C9-6B18-44BE-87E6-70F8E9E3C765}" dt="2026-02-02T00:08:06.427" v="368" actId="14100"/>
          <ac:cxnSpMkLst>
            <pc:docMk/>
            <pc:sldMk cId="3354288650" sldId="257"/>
            <ac:cxnSpMk id="131" creationId="{06FF7E09-A6C3-08DD-2D5A-32ACF8003695}"/>
          </ac:cxnSpMkLst>
        </pc:cxnChg>
        <pc:cxnChg chg="mod">
          <ac:chgData name="Mitchell Fowler" userId="0c3d3d0c9a062725" providerId="LiveId" clId="{50F2C5C9-6B18-44BE-87E6-70F8E9E3C765}" dt="2026-02-02T00:08:51.171" v="376" actId="1076"/>
          <ac:cxnSpMkLst>
            <pc:docMk/>
            <pc:sldMk cId="3354288650" sldId="257"/>
            <ac:cxnSpMk id="136" creationId="{D2937DE7-3798-CCE9-5C05-1961287C0EE9}"/>
          </ac:cxnSpMkLst>
        </pc:cxnChg>
        <pc:cxnChg chg="add mod">
          <ac:chgData name="Mitchell Fowler" userId="0c3d3d0c9a062725" providerId="LiveId" clId="{50F2C5C9-6B18-44BE-87E6-70F8E9E3C765}" dt="2026-02-02T00:30:02.067" v="390" actId="1076"/>
          <ac:cxnSpMkLst>
            <pc:docMk/>
            <pc:sldMk cId="3354288650" sldId="257"/>
            <ac:cxnSpMk id="141" creationId="{26D0FD01-5B7E-2D20-8F7B-BFD067EC7EA6}"/>
          </ac:cxnSpMkLst>
        </pc:cxnChg>
        <pc:cxnChg chg="mod">
          <ac:chgData name="Mitchell Fowler" userId="0c3d3d0c9a062725" providerId="LiveId" clId="{50F2C5C9-6B18-44BE-87E6-70F8E9E3C765}" dt="2026-02-02T00:31:28.010" v="397" actId="1076"/>
          <ac:cxnSpMkLst>
            <pc:docMk/>
            <pc:sldMk cId="3354288650" sldId="257"/>
            <ac:cxnSpMk id="150" creationId="{2FF00E7C-84C6-5714-E148-375A5DB0E3D7}"/>
          </ac:cxnSpMkLst>
        </pc:cxnChg>
        <pc:cxnChg chg="mod">
          <ac:chgData name="Mitchell Fowler" userId="0c3d3d0c9a062725" providerId="LiveId" clId="{50F2C5C9-6B18-44BE-87E6-70F8E9E3C765}" dt="2026-02-02T00:41:42.684" v="565" actId="14100"/>
          <ac:cxnSpMkLst>
            <pc:docMk/>
            <pc:sldMk cId="3354288650" sldId="257"/>
            <ac:cxnSpMk id="155" creationId="{D63F1D2D-2C72-A4A8-7672-A185DD3AA55F}"/>
          </ac:cxnSpMkLst>
        </pc:cxnChg>
        <pc:cxnChg chg="add del">
          <ac:chgData name="Mitchell Fowler" userId="0c3d3d0c9a062725" providerId="LiveId" clId="{50F2C5C9-6B18-44BE-87E6-70F8E9E3C765}" dt="2026-02-02T00:45:43.146" v="622" actId="478"/>
          <ac:cxnSpMkLst>
            <pc:docMk/>
            <pc:sldMk cId="3354288650" sldId="257"/>
            <ac:cxnSpMk id="160" creationId="{CD8C7745-AB23-7460-642C-13BD135CF7C7}"/>
          </ac:cxnSpMkLst>
        </pc:cxnChg>
        <pc:cxnChg chg="mod">
          <ac:chgData name="Mitchell Fowler" userId="0c3d3d0c9a062725" providerId="LiveId" clId="{50F2C5C9-6B18-44BE-87E6-70F8E9E3C765}" dt="2026-02-03T03:30:12.071" v="1426" actId="1076"/>
          <ac:cxnSpMkLst>
            <pc:docMk/>
            <pc:sldMk cId="3354288650" sldId="257"/>
            <ac:cxnSpMk id="163" creationId="{EAFE65DD-1931-9BEE-F540-6518B1EFE8E4}"/>
          </ac:cxnSpMkLst>
        </pc:cxnChg>
      </pc:sldChg>
      <pc:sldChg chg="addSp delSp modSp new mod ord">
        <pc:chgData name="Mitchell Fowler" userId="0c3d3d0c9a062725" providerId="LiveId" clId="{50F2C5C9-6B18-44BE-87E6-70F8E9E3C765}" dt="2026-02-03T02:56:00.713" v="1170" actId="167"/>
        <pc:sldMkLst>
          <pc:docMk/>
          <pc:sldMk cId="3921588841" sldId="258"/>
        </pc:sldMkLst>
        <pc:spChg chg="mod">
          <ac:chgData name="Mitchell Fowler" userId="0c3d3d0c9a062725" providerId="LiveId" clId="{50F2C5C9-6B18-44BE-87E6-70F8E9E3C765}" dt="2026-02-01T23:57:02.669" v="173"/>
          <ac:spMkLst>
            <pc:docMk/>
            <pc:sldMk cId="3921588841" sldId="258"/>
            <ac:spMk id="3" creationId="{2F100E0D-7566-DC95-13EF-AB4E883E68F2}"/>
          </ac:spMkLst>
        </pc:spChg>
        <pc:spChg chg="mod">
          <ac:chgData name="Mitchell Fowler" userId="0c3d3d0c9a062725" providerId="LiveId" clId="{50F2C5C9-6B18-44BE-87E6-70F8E9E3C765}" dt="2026-02-01T23:57:02.669" v="173"/>
          <ac:spMkLst>
            <pc:docMk/>
            <pc:sldMk cId="3921588841" sldId="258"/>
            <ac:spMk id="4" creationId="{BD52AA23-355C-0064-D8E1-89BA72561CB4}"/>
          </ac:spMkLst>
        </pc:spChg>
        <pc:spChg chg="add mod">
          <ac:chgData name="Mitchell Fowler" userId="0c3d3d0c9a062725" providerId="LiveId" clId="{50F2C5C9-6B18-44BE-87E6-70F8E9E3C765}" dt="2026-02-01T23:57:02.669" v="173"/>
          <ac:spMkLst>
            <pc:docMk/>
            <pc:sldMk cId="3921588841" sldId="258"/>
            <ac:spMk id="6" creationId="{C9211D30-C907-1FD1-0B49-3589262F69BD}"/>
          </ac:spMkLst>
        </pc:spChg>
        <pc:spChg chg="add mod">
          <ac:chgData name="Mitchell Fowler" userId="0c3d3d0c9a062725" providerId="LiveId" clId="{50F2C5C9-6B18-44BE-87E6-70F8E9E3C765}" dt="2026-02-01T23:57:02.669" v="173"/>
          <ac:spMkLst>
            <pc:docMk/>
            <pc:sldMk cId="3921588841" sldId="258"/>
            <ac:spMk id="7" creationId="{9425E253-4BC7-C8D0-237C-66FA753F67E0}"/>
          </ac:spMkLst>
        </pc:spChg>
        <pc:spChg chg="add mod ord">
          <ac:chgData name="Mitchell Fowler" userId="0c3d3d0c9a062725" providerId="LiveId" clId="{50F2C5C9-6B18-44BE-87E6-70F8E9E3C765}" dt="2026-02-03T02:56:00.713" v="1170" actId="167"/>
          <ac:spMkLst>
            <pc:docMk/>
            <pc:sldMk cId="3921588841" sldId="258"/>
            <ac:spMk id="10" creationId="{F8148525-7217-4DC9-7EBB-07D5EB149B48}"/>
          </ac:spMkLst>
        </pc:spChg>
        <pc:spChg chg="add mod">
          <ac:chgData name="Mitchell Fowler" userId="0c3d3d0c9a062725" providerId="LiveId" clId="{50F2C5C9-6B18-44BE-87E6-70F8E9E3C765}" dt="2026-02-01T23:57:02.669" v="173"/>
          <ac:spMkLst>
            <pc:docMk/>
            <pc:sldMk cId="3921588841" sldId="258"/>
            <ac:spMk id="12" creationId="{AF04438F-3EC9-6A08-CD12-2397D16CCC30}"/>
          </ac:spMkLst>
        </pc:spChg>
        <pc:spChg chg="add mod">
          <ac:chgData name="Mitchell Fowler" userId="0c3d3d0c9a062725" providerId="LiveId" clId="{50F2C5C9-6B18-44BE-87E6-70F8E9E3C765}" dt="2026-02-02T04:34:54.921" v="638" actId="1076"/>
          <ac:spMkLst>
            <pc:docMk/>
            <pc:sldMk cId="3921588841" sldId="258"/>
            <ac:spMk id="28" creationId="{51F7C053-DB9D-481B-0BCB-9BA3F253EAC4}"/>
          </ac:spMkLst>
        </pc:spChg>
        <pc:spChg chg="add mod">
          <ac:chgData name="Mitchell Fowler" userId="0c3d3d0c9a062725" providerId="LiveId" clId="{50F2C5C9-6B18-44BE-87E6-70F8E9E3C765}" dt="2026-02-02T04:35:22.326" v="640" actId="1076"/>
          <ac:spMkLst>
            <pc:docMk/>
            <pc:sldMk cId="3921588841" sldId="258"/>
            <ac:spMk id="30" creationId="{631FE2AB-57A1-9DF6-95CB-EAB47DDF5655}"/>
          </ac:spMkLst>
        </pc:spChg>
        <pc:spChg chg="add mod">
          <ac:chgData name="Mitchell Fowler" userId="0c3d3d0c9a062725" providerId="LiveId" clId="{50F2C5C9-6B18-44BE-87E6-70F8E9E3C765}" dt="2026-02-02T04:36:14.759" v="652" actId="1076"/>
          <ac:spMkLst>
            <pc:docMk/>
            <pc:sldMk cId="3921588841" sldId="258"/>
            <ac:spMk id="33" creationId="{AA2BF540-B7F3-5F26-53B9-EC53F309A7E4}"/>
          </ac:spMkLst>
        </pc:spChg>
        <pc:cxnChg chg="add mod">
          <ac:chgData name="Mitchell Fowler" userId="0c3d3d0c9a062725" providerId="LiveId" clId="{50F2C5C9-6B18-44BE-87E6-70F8E9E3C765}" dt="2026-02-02T04:35:22.326" v="640" actId="1076"/>
          <ac:cxnSpMkLst>
            <pc:docMk/>
            <pc:sldMk cId="3921588841" sldId="258"/>
            <ac:cxnSpMk id="29" creationId="{94518542-169C-1FC0-5888-933737FA2BD9}"/>
          </ac:cxnSpMkLst>
        </pc:cxnChg>
        <pc:cxnChg chg="add mod">
          <ac:chgData name="Mitchell Fowler" userId="0c3d3d0c9a062725" providerId="LiveId" clId="{50F2C5C9-6B18-44BE-87E6-70F8E9E3C765}" dt="2026-02-02T04:35:22.326" v="640" actId="1076"/>
          <ac:cxnSpMkLst>
            <pc:docMk/>
            <pc:sldMk cId="3921588841" sldId="258"/>
            <ac:cxnSpMk id="31" creationId="{F70209E1-F5DD-93C4-5A32-861C922CAECD}"/>
          </ac:cxnSpMkLst>
        </pc:cxnChg>
        <pc:cxnChg chg="add mod">
          <ac:chgData name="Mitchell Fowler" userId="0c3d3d0c9a062725" providerId="LiveId" clId="{50F2C5C9-6B18-44BE-87E6-70F8E9E3C765}" dt="2026-02-02T04:36:17.987" v="653" actId="1036"/>
          <ac:cxnSpMkLst>
            <pc:docMk/>
            <pc:sldMk cId="3921588841" sldId="258"/>
            <ac:cxnSpMk id="32" creationId="{1FAE0C4E-4857-B3D8-8054-F3EBFAB8B2D5}"/>
          </ac:cxnSpMkLst>
        </pc:cxnChg>
      </pc:sldChg>
      <pc:sldChg chg="addSp delSp modSp add mod ord">
        <pc:chgData name="Mitchell Fowler" userId="0c3d3d0c9a062725" providerId="LiveId" clId="{50F2C5C9-6B18-44BE-87E6-70F8E9E3C765}" dt="2026-02-03T02:34:42.630" v="1022" actId="20577"/>
        <pc:sldMkLst>
          <pc:docMk/>
          <pc:sldMk cId="3676204393" sldId="259"/>
        </pc:sldMkLst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6" creationId="{D6C16FC0-045C-B4BC-9E29-2409F0C40FB9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8" creationId="{7F756D32-2A90-344A-ACF7-D324050FEC3A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12" creationId="{1936C175-5E3A-8210-0348-BF26F5D5FA76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13" creationId="{FF029401-23E2-E5CC-4057-DA4D5C9F69E6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14" creationId="{8F1D8D95-D100-D9AC-68FD-A58B0C19FCD7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15" creationId="{17D6D320-ECDA-90D6-F392-69DFDE5DC540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16" creationId="{E950DBA8-5E98-8711-5663-3EBCB21BDE61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17" creationId="{C239B53B-2086-1B59-8241-828086348645}"/>
          </ac:spMkLst>
        </pc:spChg>
        <pc:spChg chg="mod">
          <ac:chgData name="Mitchell Fowler" userId="0c3d3d0c9a062725" providerId="LiveId" clId="{50F2C5C9-6B18-44BE-87E6-70F8E9E3C765}" dt="2026-02-03T00:24:04.041" v="705" actId="1036"/>
          <ac:spMkLst>
            <pc:docMk/>
            <pc:sldMk cId="3676204393" sldId="259"/>
            <ac:spMk id="18" creationId="{54F1CD06-BCD0-E976-4CA9-2D310AFC5353}"/>
          </ac:spMkLst>
        </pc:spChg>
        <pc:spChg chg="add del mod ord">
          <ac:chgData name="Mitchell Fowler" userId="0c3d3d0c9a062725" providerId="LiveId" clId="{50F2C5C9-6B18-44BE-87E6-70F8E9E3C765}" dt="2026-02-03T00:25:14.107" v="712" actId="478"/>
          <ac:spMkLst>
            <pc:docMk/>
            <pc:sldMk cId="3676204393" sldId="259"/>
            <ac:spMk id="19" creationId="{22C6FC47-5E52-439F-BFF8-1D563ED9495F}"/>
          </ac:spMkLst>
        </pc:spChg>
        <pc:spChg chg="add mod ord">
          <ac:chgData name="Mitchell Fowler" userId="0c3d3d0c9a062725" providerId="LiveId" clId="{50F2C5C9-6B18-44BE-87E6-70F8E9E3C765}" dt="2026-02-03T02:15:13.252" v="789" actId="167"/>
          <ac:spMkLst>
            <pc:docMk/>
            <pc:sldMk cId="3676204393" sldId="259"/>
            <ac:spMk id="20" creationId="{E8454695-CA97-3E3F-4F28-B10B7EA382E1}"/>
          </ac:spMkLst>
        </pc:spChg>
        <pc:spChg chg="mod">
          <ac:chgData name="Mitchell Fowler" userId="0c3d3d0c9a062725" providerId="LiveId" clId="{50F2C5C9-6B18-44BE-87E6-70F8E9E3C765}" dt="2026-02-03T02:34:42.630" v="1022" actId="20577"/>
          <ac:spMkLst>
            <pc:docMk/>
            <pc:sldMk cId="3676204393" sldId="259"/>
            <ac:spMk id="26" creationId="{39895CC0-C99F-9104-7B61-BBBBDD9C22BA}"/>
          </ac:spMkLst>
        </pc:spChg>
      </pc:sldChg>
      <pc:sldChg chg="addSp delSp modSp new mod">
        <pc:chgData name="Mitchell Fowler" userId="0c3d3d0c9a062725" providerId="LiveId" clId="{50F2C5C9-6B18-44BE-87E6-70F8E9E3C765}" dt="2026-02-03T03:25:40.697" v="1420" actId="167"/>
        <pc:sldMkLst>
          <pc:docMk/>
          <pc:sldMk cId="1043171857" sldId="260"/>
        </pc:sldMkLst>
        <pc:spChg chg="add del mod">
          <ac:chgData name="Mitchell Fowler" userId="0c3d3d0c9a062725" providerId="LiveId" clId="{50F2C5C9-6B18-44BE-87E6-70F8E9E3C765}" dt="2026-02-03T02:13:03.852" v="776" actId="478"/>
          <ac:spMkLst>
            <pc:docMk/>
            <pc:sldMk cId="1043171857" sldId="260"/>
            <ac:spMk id="2" creationId="{4BE3B5FE-CBD1-6251-A77F-B7124A1DAF71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6" creationId="{0586455A-748B-E304-0CF1-B5DD3FEC8642}"/>
          </ac:spMkLst>
        </pc:spChg>
        <pc:spChg chg="add mod">
          <ac:chgData name="Mitchell Fowler" userId="0c3d3d0c9a062725" providerId="LiveId" clId="{50F2C5C9-6B18-44BE-87E6-70F8E9E3C765}" dt="2026-02-03T02:38:08.680" v="1053" actId="1076"/>
          <ac:spMkLst>
            <pc:docMk/>
            <pc:sldMk cId="1043171857" sldId="260"/>
            <ac:spMk id="7" creationId="{D5B70EB8-23EE-69E7-093A-EC0261D2A974}"/>
          </ac:spMkLst>
        </pc:spChg>
        <pc:spChg chg="add del mod">
          <ac:chgData name="Mitchell Fowler" userId="0c3d3d0c9a062725" providerId="LiveId" clId="{50F2C5C9-6B18-44BE-87E6-70F8E9E3C765}" dt="2026-02-03T02:18:10.074" v="831"/>
          <ac:spMkLst>
            <pc:docMk/>
            <pc:sldMk cId="1043171857" sldId="260"/>
            <ac:spMk id="15" creationId="{42D9C1D4-719B-0BD3-E71F-6A3F9478A607}"/>
          </ac:spMkLst>
        </pc:spChg>
        <pc:spChg chg="add mod">
          <ac:chgData name="Mitchell Fowler" userId="0c3d3d0c9a062725" providerId="LiveId" clId="{50F2C5C9-6B18-44BE-87E6-70F8E9E3C765}" dt="2026-02-03T02:48:46.928" v="1103" actId="1037"/>
          <ac:spMkLst>
            <pc:docMk/>
            <pc:sldMk cId="1043171857" sldId="260"/>
            <ac:spMk id="16" creationId="{EE4FA7B9-C15F-DBD1-99BB-C8CAD17A9B2B}"/>
          </ac:spMkLst>
        </pc:spChg>
        <pc:spChg chg="add mod">
          <ac:chgData name="Mitchell Fowler" userId="0c3d3d0c9a062725" providerId="LiveId" clId="{50F2C5C9-6B18-44BE-87E6-70F8E9E3C765}" dt="2026-02-03T02:27:04.338" v="995" actId="1037"/>
          <ac:spMkLst>
            <pc:docMk/>
            <pc:sldMk cId="1043171857" sldId="260"/>
            <ac:spMk id="17" creationId="{62D933E0-8900-A7B5-4E96-63E291CB660E}"/>
          </ac:spMkLst>
        </pc:spChg>
        <pc:spChg chg="add mod">
          <ac:chgData name="Mitchell Fowler" userId="0c3d3d0c9a062725" providerId="LiveId" clId="{50F2C5C9-6B18-44BE-87E6-70F8E9E3C765}" dt="2026-02-03T02:27:04.338" v="995" actId="1037"/>
          <ac:spMkLst>
            <pc:docMk/>
            <pc:sldMk cId="1043171857" sldId="260"/>
            <ac:spMk id="18" creationId="{354EC255-6894-55FE-25BC-E35392F07DE3}"/>
          </ac:spMkLst>
        </pc:spChg>
        <pc:spChg chg="add mod">
          <ac:chgData name="Mitchell Fowler" userId="0c3d3d0c9a062725" providerId="LiveId" clId="{50F2C5C9-6B18-44BE-87E6-70F8E9E3C765}" dt="2026-02-03T02:48:46.928" v="1103" actId="1037"/>
          <ac:spMkLst>
            <pc:docMk/>
            <pc:sldMk cId="1043171857" sldId="260"/>
            <ac:spMk id="30" creationId="{84AF5152-B65B-E3C1-F22A-BE3472618D98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31" creationId="{A6A5BA4E-C9A9-AD07-D312-29B3DACA89C4}"/>
          </ac:spMkLst>
        </pc:spChg>
        <pc:spChg chg="add mod">
          <ac:chgData name="Mitchell Fowler" userId="0c3d3d0c9a062725" providerId="LiveId" clId="{50F2C5C9-6B18-44BE-87E6-70F8E9E3C765}" dt="2026-02-03T02:27:04.338" v="995" actId="1037"/>
          <ac:spMkLst>
            <pc:docMk/>
            <pc:sldMk cId="1043171857" sldId="260"/>
            <ac:spMk id="32" creationId="{40799971-FEB3-23D0-AD34-3AA2686145E1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33" creationId="{FFCCC8A8-FFC9-C721-BE8A-C968DE36C53A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35" creationId="{A0F140A6-6F55-4962-F46A-97DE1F8495B7}"/>
          </ac:spMkLst>
        </pc:spChg>
        <pc:spChg chg="add mod ord">
          <ac:chgData name="Mitchell Fowler" userId="0c3d3d0c9a062725" providerId="LiveId" clId="{50F2C5C9-6B18-44BE-87E6-70F8E9E3C765}" dt="2026-02-03T03:24:51.276" v="1397" actId="207"/>
          <ac:spMkLst>
            <pc:docMk/>
            <pc:sldMk cId="1043171857" sldId="260"/>
            <ac:spMk id="37" creationId="{7504EF1D-11DF-CB37-042A-FE4820811F17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38" creationId="{EE9A0B08-A8EF-C7DF-58EC-76DB0F664348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39" creationId="{37830CBB-0F48-3842-163E-379E7AB78A42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42" creationId="{281BFBE3-952F-2BF2-5E1C-35867E14723B}"/>
          </ac:spMkLst>
        </pc:spChg>
        <pc:spChg chg="add mod">
          <ac:chgData name="Mitchell Fowler" userId="0c3d3d0c9a062725" providerId="LiveId" clId="{50F2C5C9-6B18-44BE-87E6-70F8E9E3C765}" dt="2026-02-03T02:35:32.338" v="1034" actId="2085"/>
          <ac:spMkLst>
            <pc:docMk/>
            <pc:sldMk cId="1043171857" sldId="260"/>
            <ac:spMk id="44" creationId="{5CCB157F-CD64-AB7E-6D8E-F4356C36C93F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45" creationId="{BF30A98E-0C7B-C55A-FF34-EB05EED873D3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48" creationId="{32630EC0-F98F-5940-2570-C9B506724A77}"/>
          </ac:spMkLst>
        </pc:spChg>
        <pc:spChg chg="add mod">
          <ac:chgData name="Mitchell Fowler" userId="0c3d3d0c9a062725" providerId="LiveId" clId="{50F2C5C9-6B18-44BE-87E6-70F8E9E3C765}" dt="2026-02-03T02:55:07.148" v="1165" actId="1037"/>
          <ac:spMkLst>
            <pc:docMk/>
            <pc:sldMk cId="1043171857" sldId="260"/>
            <ac:spMk id="51" creationId="{2C9E2CF1-5204-848C-2AB0-7C8A1E75763D}"/>
          </ac:spMkLst>
        </pc:spChg>
        <pc:spChg chg="mod">
          <ac:chgData name="Mitchell Fowler" userId="0c3d3d0c9a062725" providerId="LiveId" clId="{50F2C5C9-6B18-44BE-87E6-70F8E9E3C765}" dt="2026-02-03T02:56:25.291" v="1174" actId="1582"/>
          <ac:spMkLst>
            <pc:docMk/>
            <pc:sldMk cId="1043171857" sldId="260"/>
            <ac:spMk id="59" creationId="{3E07AA07-429A-0B96-9414-69A1D952867C}"/>
          </ac:spMkLst>
        </pc:spChg>
        <pc:spChg chg="mod">
          <ac:chgData name="Mitchell Fowler" userId="0c3d3d0c9a062725" providerId="LiveId" clId="{50F2C5C9-6B18-44BE-87E6-70F8E9E3C765}" dt="2026-02-03T02:56:25.291" v="1174" actId="1582"/>
          <ac:spMkLst>
            <pc:docMk/>
            <pc:sldMk cId="1043171857" sldId="260"/>
            <ac:spMk id="60" creationId="{31DCF398-AB50-5519-E610-EE43E1E55E0F}"/>
          </ac:spMkLst>
        </pc:spChg>
        <pc:spChg chg="mod">
          <ac:chgData name="Mitchell Fowler" userId="0c3d3d0c9a062725" providerId="LiveId" clId="{50F2C5C9-6B18-44BE-87E6-70F8E9E3C765}" dt="2026-02-03T02:56:25.291" v="1174" actId="1582"/>
          <ac:spMkLst>
            <pc:docMk/>
            <pc:sldMk cId="1043171857" sldId="260"/>
            <ac:spMk id="61" creationId="{A5A159B9-0709-8FF5-A7FB-E00C4A2571E0}"/>
          </ac:spMkLst>
        </pc:spChg>
        <pc:spChg chg="mod">
          <ac:chgData name="Mitchell Fowler" userId="0c3d3d0c9a062725" providerId="LiveId" clId="{50F2C5C9-6B18-44BE-87E6-70F8E9E3C765}" dt="2026-02-03T03:08:00.040" v="1264" actId="1582"/>
          <ac:spMkLst>
            <pc:docMk/>
            <pc:sldMk cId="1043171857" sldId="260"/>
            <ac:spMk id="1025" creationId="{C7F77354-3FEC-4C84-FE8A-A31C927BA135}"/>
          </ac:spMkLst>
        </pc:spChg>
        <pc:spChg chg="mod">
          <ac:chgData name="Mitchell Fowler" userId="0c3d3d0c9a062725" providerId="LiveId" clId="{50F2C5C9-6B18-44BE-87E6-70F8E9E3C765}" dt="2026-02-03T03:08:00.040" v="1264" actId="1582"/>
          <ac:spMkLst>
            <pc:docMk/>
            <pc:sldMk cId="1043171857" sldId="260"/>
            <ac:spMk id="1027" creationId="{632269A6-8F9D-5A73-2EB0-511D9F969FB0}"/>
          </ac:spMkLst>
        </pc:spChg>
        <pc:spChg chg="mod">
          <ac:chgData name="Mitchell Fowler" userId="0c3d3d0c9a062725" providerId="LiveId" clId="{50F2C5C9-6B18-44BE-87E6-70F8E9E3C765}" dt="2026-02-03T03:08:00.040" v="1264" actId="1582"/>
          <ac:spMkLst>
            <pc:docMk/>
            <pc:sldMk cId="1043171857" sldId="260"/>
            <ac:spMk id="1029" creationId="{C7B203B4-2B6C-0F4D-89BA-4B7A0EEC44EA}"/>
          </ac:spMkLst>
        </pc:spChg>
        <pc:spChg chg="add del">
          <ac:chgData name="Mitchell Fowler" userId="0c3d3d0c9a062725" providerId="LiveId" clId="{50F2C5C9-6B18-44BE-87E6-70F8E9E3C765}" dt="2026-02-03T03:03:00.086" v="1223" actId="478"/>
          <ac:spMkLst>
            <pc:docMk/>
            <pc:sldMk cId="1043171857" sldId="260"/>
            <ac:spMk id="1037" creationId="{80822F56-5634-9F50-8B45-ED94B98273BB}"/>
          </ac:spMkLst>
        </pc:spChg>
        <pc:spChg chg="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41" creationId="{AA3CC76B-D629-476F-F8C1-03B0228D2DD9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64" creationId="{8439C45C-3687-5416-CEC0-2A5C965AC986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65" creationId="{9BA3400C-FD48-0074-D582-59477904CB90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66" creationId="{A00CD14A-AC32-6535-67FC-3C7572E98F99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67" creationId="{12DFB241-A9CD-4E0F-8E7E-904464DD1375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68" creationId="{2A6878E3-5D08-BA6B-2FA6-143448849D64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69" creationId="{901603BC-3586-0916-B875-EF0100FE182E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72" creationId="{095D1A60-AA14-D664-84A7-9F8600A48283}"/>
          </ac:spMkLst>
        </pc:spChg>
        <pc:spChg chg="add mod">
          <ac:chgData name="Mitchell Fowler" userId="0c3d3d0c9a062725" providerId="LiveId" clId="{50F2C5C9-6B18-44BE-87E6-70F8E9E3C765}" dt="2026-02-03T03:22:04.461" v="1373" actId="1076"/>
          <ac:spMkLst>
            <pc:docMk/>
            <pc:sldMk cId="1043171857" sldId="260"/>
            <ac:spMk id="1073" creationId="{A109F2FA-7F7C-ABD7-F9EB-07FA19E5FB3F}"/>
          </ac:spMkLst>
        </pc:spChg>
        <pc:spChg chg="add mod">
          <ac:chgData name="Mitchell Fowler" userId="0c3d3d0c9a062725" providerId="LiveId" clId="{50F2C5C9-6B18-44BE-87E6-70F8E9E3C765}" dt="2026-02-03T03:22:42.796" v="1396" actId="1076"/>
          <ac:spMkLst>
            <pc:docMk/>
            <pc:sldMk cId="1043171857" sldId="260"/>
            <ac:spMk id="1074" creationId="{CF90C772-4200-DCFD-6CB9-8673A49F7411}"/>
          </ac:spMkLst>
        </pc:spChg>
        <pc:spChg chg="add mod ord">
          <ac:chgData name="Mitchell Fowler" userId="0c3d3d0c9a062725" providerId="LiveId" clId="{50F2C5C9-6B18-44BE-87E6-70F8E9E3C765}" dt="2026-02-03T03:25:40.697" v="1420" actId="167"/>
          <ac:spMkLst>
            <pc:docMk/>
            <pc:sldMk cId="1043171857" sldId="260"/>
            <ac:spMk id="1075" creationId="{8AD2B102-BAD0-269B-2E2F-476CFD11EA49}"/>
          </ac:spMkLst>
        </pc:spChg>
        <pc:grpChg chg="add del mod">
          <ac:chgData name="Mitchell Fowler" userId="0c3d3d0c9a062725" providerId="LiveId" clId="{50F2C5C9-6B18-44BE-87E6-70F8E9E3C765}" dt="2026-02-03T03:00:50.353" v="1199" actId="478"/>
          <ac:grpSpMkLst>
            <pc:docMk/>
            <pc:sldMk cId="1043171857" sldId="260"/>
            <ac:grpSpMk id="58" creationId="{900A0FA4-6D51-AFE0-A780-5C867BE53E38}"/>
          </ac:grpSpMkLst>
        </pc:grpChg>
        <pc:grpChg chg="add mod">
          <ac:chgData name="Mitchell Fowler" userId="0c3d3d0c9a062725" providerId="LiveId" clId="{50F2C5C9-6B18-44BE-87E6-70F8E9E3C765}" dt="2026-02-03T03:22:04.461" v="1373" actId="1076"/>
          <ac:grpSpMkLst>
            <pc:docMk/>
            <pc:sldMk cId="1043171857" sldId="260"/>
            <ac:grpSpMk id="1024" creationId="{3855D2B0-6998-884D-1CE9-4994D8BB287A}"/>
          </ac:grpSpMkLst>
        </pc:grpChg>
        <pc:picChg chg="add del">
          <ac:chgData name="Mitchell Fowler" userId="0c3d3d0c9a062725" providerId="LiveId" clId="{50F2C5C9-6B18-44BE-87E6-70F8E9E3C765}" dt="2026-02-03T02:58:30.555" v="1180" actId="478"/>
          <ac:picMkLst>
            <pc:docMk/>
            <pc:sldMk cId="1043171857" sldId="260"/>
            <ac:picMk id="63" creationId="{298796AA-DD93-08BE-5095-999C85DB9CD0}"/>
          </ac:picMkLst>
        </pc:picChg>
        <pc:picChg chg="add del mod">
          <ac:chgData name="Mitchell Fowler" userId="0c3d3d0c9a062725" providerId="LiveId" clId="{50F2C5C9-6B18-44BE-87E6-70F8E9E3C765}" dt="2026-02-03T02:06:51.870" v="744" actId="478"/>
          <ac:picMkLst>
            <pc:docMk/>
            <pc:sldMk cId="1043171857" sldId="260"/>
            <ac:picMk id="1026" creationId="{2C941D44-C94B-10CE-4DBD-81E489CFE5C4}"/>
          </ac:picMkLst>
        </pc:picChg>
        <pc:picChg chg="add del mod">
          <ac:chgData name="Mitchell Fowler" userId="0c3d3d0c9a062725" providerId="LiveId" clId="{50F2C5C9-6B18-44BE-87E6-70F8E9E3C765}" dt="2026-02-03T02:11:00.161" v="768" actId="478"/>
          <ac:picMkLst>
            <pc:docMk/>
            <pc:sldMk cId="1043171857" sldId="260"/>
            <ac:picMk id="1028" creationId="{25D3236E-9494-B6A6-CFD9-2BF43CA497FB}"/>
          </ac:picMkLst>
        </pc:picChg>
        <pc:picChg chg="add del mod">
          <ac:chgData name="Mitchell Fowler" userId="0c3d3d0c9a062725" providerId="LiveId" clId="{50F2C5C9-6B18-44BE-87E6-70F8E9E3C765}" dt="2026-02-03T02:13:02.228" v="775" actId="478"/>
          <ac:picMkLst>
            <pc:docMk/>
            <pc:sldMk cId="1043171857" sldId="260"/>
            <ac:picMk id="1030" creationId="{5BE69770-89B6-C97F-BFAE-5A40C3A07A82}"/>
          </ac:picMkLst>
        </pc:picChg>
        <pc:picChg chg="add mod">
          <ac:chgData name="Mitchell Fowler" userId="0c3d3d0c9a062725" providerId="LiveId" clId="{50F2C5C9-6B18-44BE-87E6-70F8E9E3C765}" dt="2026-02-03T03:04:32.587" v="1233" actId="1035"/>
          <ac:picMkLst>
            <pc:docMk/>
            <pc:sldMk cId="1043171857" sldId="260"/>
            <ac:picMk id="1032" creationId="{3332D62A-D860-57A9-340C-AE467541FC85}"/>
          </ac:picMkLst>
        </pc:picChg>
        <pc:picChg chg="add del mod">
          <ac:chgData name="Mitchell Fowler" userId="0c3d3d0c9a062725" providerId="LiveId" clId="{50F2C5C9-6B18-44BE-87E6-70F8E9E3C765}" dt="2026-02-03T02:48:04.760" v="1061" actId="478"/>
          <ac:picMkLst>
            <pc:docMk/>
            <pc:sldMk cId="1043171857" sldId="260"/>
            <ac:picMk id="1034" creationId="{4E12F059-5DF6-0A94-0029-0D30158E2916}"/>
          </ac:picMkLst>
        </pc:picChg>
        <pc:picChg chg="add del mod">
          <ac:chgData name="Mitchell Fowler" userId="0c3d3d0c9a062725" providerId="LiveId" clId="{50F2C5C9-6B18-44BE-87E6-70F8E9E3C765}" dt="2026-02-03T02:49:46.324" v="1112" actId="478"/>
          <ac:picMkLst>
            <pc:docMk/>
            <pc:sldMk cId="1043171857" sldId="260"/>
            <ac:picMk id="1036" creationId="{1F6AA951-1B66-E254-2F6B-CBD1310E941F}"/>
          </ac:picMkLst>
        </pc:picChg>
        <pc:picChg chg="add mod">
          <ac:chgData name="Mitchell Fowler" userId="0c3d3d0c9a062725" providerId="LiveId" clId="{50F2C5C9-6B18-44BE-87E6-70F8E9E3C765}" dt="2026-02-03T02:50:31.826" v="1147" actId="1036"/>
          <ac:picMkLst>
            <pc:docMk/>
            <pc:sldMk cId="1043171857" sldId="260"/>
            <ac:picMk id="1038" creationId="{6EB0852E-8926-0AEC-42D2-5CCEB82D7904}"/>
          </ac:picMkLst>
        </pc:picChg>
        <pc:picChg chg="add del mod">
          <ac:chgData name="Mitchell Fowler" userId="0c3d3d0c9a062725" providerId="LiveId" clId="{50F2C5C9-6B18-44BE-87E6-70F8E9E3C765}" dt="2026-02-03T03:04:38.072" v="1236" actId="27803"/>
          <ac:picMkLst>
            <pc:docMk/>
            <pc:sldMk cId="1043171857" sldId="260"/>
            <ac:picMk id="1040" creationId="{AA3CC76B-D629-476F-F8C1-03B0228D2DD9}"/>
          </ac:picMkLst>
        </pc:picChg>
        <pc:cxnChg chg="add mod">
          <ac:chgData name="Mitchell Fowler" userId="0c3d3d0c9a062725" providerId="LiveId" clId="{50F2C5C9-6B18-44BE-87E6-70F8E9E3C765}" dt="2026-02-03T02:26:35.664" v="958" actId="1036"/>
          <ac:cxnSpMkLst>
            <pc:docMk/>
            <pc:sldMk cId="1043171857" sldId="260"/>
            <ac:cxnSpMk id="4" creationId="{006DF31F-EB36-B1A0-9473-14191A9BE1E3}"/>
          </ac:cxnSpMkLst>
        </pc:cxnChg>
        <pc:cxnChg chg="add mod">
          <ac:chgData name="Mitchell Fowler" userId="0c3d3d0c9a062725" providerId="LiveId" clId="{50F2C5C9-6B18-44BE-87E6-70F8E9E3C765}" dt="2026-02-03T02:26:35.664" v="958" actId="1036"/>
          <ac:cxnSpMkLst>
            <pc:docMk/>
            <pc:sldMk cId="1043171857" sldId="260"/>
            <ac:cxnSpMk id="9" creationId="{4225312A-C5CC-F323-FF0E-C8212A2EB79D}"/>
          </ac:cxnSpMkLst>
        </pc:cxnChg>
        <pc:cxnChg chg="add mod">
          <ac:chgData name="Mitchell Fowler" userId="0c3d3d0c9a062725" providerId="LiveId" clId="{50F2C5C9-6B18-44BE-87E6-70F8E9E3C765}" dt="2026-02-03T02:26:35.664" v="958" actId="1036"/>
          <ac:cxnSpMkLst>
            <pc:docMk/>
            <pc:sldMk cId="1043171857" sldId="260"/>
            <ac:cxnSpMk id="11" creationId="{B5F462E2-C2B1-BE38-1DA0-2DAA88AED0A0}"/>
          </ac:cxnSpMkLst>
        </pc:cxnChg>
        <pc:cxnChg chg="add mod">
          <ac:chgData name="Mitchell Fowler" userId="0c3d3d0c9a062725" providerId="LiveId" clId="{50F2C5C9-6B18-44BE-87E6-70F8E9E3C765}" dt="2026-02-03T02:24:40.431" v="901" actId="554"/>
          <ac:cxnSpMkLst>
            <pc:docMk/>
            <pc:sldMk cId="1043171857" sldId="260"/>
            <ac:cxnSpMk id="20" creationId="{B5298941-E429-1041-88E6-B768ECAB2189}"/>
          </ac:cxnSpMkLst>
        </pc:cxnChg>
        <pc:cxnChg chg="add mod">
          <ac:chgData name="Mitchell Fowler" userId="0c3d3d0c9a062725" providerId="LiveId" clId="{50F2C5C9-6B18-44BE-87E6-70F8E9E3C765}" dt="2026-02-03T02:22:34.182" v="871" actId="1076"/>
          <ac:cxnSpMkLst>
            <pc:docMk/>
            <pc:sldMk cId="1043171857" sldId="260"/>
            <ac:cxnSpMk id="22" creationId="{5415E25A-9028-C9D1-37AE-20D5AADBA37F}"/>
          </ac:cxnSpMkLst>
        </pc:cxnChg>
        <pc:cxnChg chg="add mod">
          <ac:chgData name="Mitchell Fowler" userId="0c3d3d0c9a062725" providerId="LiveId" clId="{50F2C5C9-6B18-44BE-87E6-70F8E9E3C765}" dt="2026-02-03T02:23:26.511" v="887" actId="465"/>
          <ac:cxnSpMkLst>
            <pc:docMk/>
            <pc:sldMk cId="1043171857" sldId="260"/>
            <ac:cxnSpMk id="23" creationId="{230D28DC-67FD-3B2D-0F13-052004D907A2}"/>
          </ac:cxnSpMkLst>
        </pc:cxnChg>
        <pc:cxnChg chg="add mod">
          <ac:chgData name="Mitchell Fowler" userId="0c3d3d0c9a062725" providerId="LiveId" clId="{50F2C5C9-6B18-44BE-87E6-70F8E9E3C765}" dt="2026-02-03T02:39:03.634" v="1057" actId="1037"/>
          <ac:cxnSpMkLst>
            <pc:docMk/>
            <pc:sldMk cId="1043171857" sldId="260"/>
            <ac:cxnSpMk id="24" creationId="{2753EE85-9800-6D58-DBDE-BBDC8D80CAF4}"/>
          </ac:cxnSpMkLst>
        </pc:cxnChg>
        <pc:cxnChg chg="add mod">
          <ac:chgData name="Mitchell Fowler" userId="0c3d3d0c9a062725" providerId="LiveId" clId="{50F2C5C9-6B18-44BE-87E6-70F8E9E3C765}" dt="2026-02-03T02:27:04.338" v="995" actId="1037"/>
          <ac:cxnSpMkLst>
            <pc:docMk/>
            <pc:sldMk cId="1043171857" sldId="260"/>
            <ac:cxnSpMk id="25" creationId="{EB5C4D84-7669-9D44-8FE9-8553D9A646D1}"/>
          </ac:cxnSpMkLst>
        </pc:cxnChg>
        <pc:cxnChg chg="add mod">
          <ac:chgData name="Mitchell Fowler" userId="0c3d3d0c9a062725" providerId="LiveId" clId="{50F2C5C9-6B18-44BE-87E6-70F8E9E3C765}" dt="2026-02-03T02:23:26.511" v="887" actId="465"/>
          <ac:cxnSpMkLst>
            <pc:docMk/>
            <pc:sldMk cId="1043171857" sldId="260"/>
            <ac:cxnSpMk id="26" creationId="{7622A8F3-5FCE-9FC5-3422-9BE057BD6D25}"/>
          </ac:cxnSpMkLst>
        </pc:cxnChg>
        <pc:cxnChg chg="add mod">
          <ac:chgData name="Mitchell Fowler" userId="0c3d3d0c9a062725" providerId="LiveId" clId="{50F2C5C9-6B18-44BE-87E6-70F8E9E3C765}" dt="2026-02-03T02:23:04.185" v="883" actId="1076"/>
          <ac:cxnSpMkLst>
            <pc:docMk/>
            <pc:sldMk cId="1043171857" sldId="260"/>
            <ac:cxnSpMk id="27" creationId="{86C7FD0A-8E93-4801-C3DF-DA4AFE85F595}"/>
          </ac:cxnSpMkLst>
        </pc:cxnChg>
        <pc:cxnChg chg="add mod">
          <ac:chgData name="Mitchell Fowler" userId="0c3d3d0c9a062725" providerId="LiveId" clId="{50F2C5C9-6B18-44BE-87E6-70F8E9E3C765}" dt="2026-02-03T02:23:26.511" v="887" actId="465"/>
          <ac:cxnSpMkLst>
            <pc:docMk/>
            <pc:sldMk cId="1043171857" sldId="260"/>
            <ac:cxnSpMk id="28" creationId="{486B85C5-DACF-69FB-706B-B68BBD423AF4}"/>
          </ac:cxnSpMkLst>
        </pc:cxnChg>
        <pc:cxnChg chg="add mod">
          <ac:chgData name="Mitchell Fowler" userId="0c3d3d0c9a062725" providerId="LiveId" clId="{50F2C5C9-6B18-44BE-87E6-70F8E9E3C765}" dt="2026-02-03T02:38:59.947" v="1055" actId="1038"/>
          <ac:cxnSpMkLst>
            <pc:docMk/>
            <pc:sldMk cId="1043171857" sldId="260"/>
            <ac:cxnSpMk id="29" creationId="{06487EB9-9C7E-E9A3-CB1B-92E0824DFEB4}"/>
          </ac:cxnSpMkLst>
        </pc:cxnChg>
        <pc:cxnChg chg="add mod">
          <ac:chgData name="Mitchell Fowler" userId="0c3d3d0c9a062725" providerId="LiveId" clId="{50F2C5C9-6B18-44BE-87E6-70F8E9E3C765}" dt="2026-02-03T02:25:24.023" v="906" actId="14100"/>
          <ac:cxnSpMkLst>
            <pc:docMk/>
            <pc:sldMk cId="1043171857" sldId="260"/>
            <ac:cxnSpMk id="34" creationId="{4E435AE0-7F6F-DF1F-75C3-C621B0E2B2C2}"/>
          </ac:cxnSpMkLst>
        </pc:cxnChg>
        <pc:cxnChg chg="add mod">
          <ac:chgData name="Mitchell Fowler" userId="0c3d3d0c9a062725" providerId="LiveId" clId="{50F2C5C9-6B18-44BE-87E6-70F8E9E3C765}" dt="2026-02-03T02:35:50.655" v="1037" actId="14100"/>
          <ac:cxnSpMkLst>
            <pc:docMk/>
            <pc:sldMk cId="1043171857" sldId="260"/>
            <ac:cxnSpMk id="40" creationId="{E9D1954E-205C-C6FF-C882-729A9FBB093F}"/>
          </ac:cxnSpMkLst>
        </pc:cxnChg>
        <pc:cxnChg chg="add mod">
          <ac:chgData name="Mitchell Fowler" userId="0c3d3d0c9a062725" providerId="LiveId" clId="{50F2C5C9-6B18-44BE-87E6-70F8E9E3C765}" dt="2026-02-03T02:50:56.307" v="1151" actId="1076"/>
          <ac:cxnSpMkLst>
            <pc:docMk/>
            <pc:sldMk cId="1043171857" sldId="260"/>
            <ac:cxnSpMk id="49" creationId="{D7EF3D99-E867-1CBA-7E4E-067E24891BF4}"/>
          </ac:cxnSpMkLst>
        </pc:cxnChg>
        <pc:cxnChg chg="add mod">
          <ac:chgData name="Mitchell Fowler" userId="0c3d3d0c9a062725" providerId="LiveId" clId="{50F2C5C9-6B18-44BE-87E6-70F8E9E3C765}" dt="2026-02-03T03:14:37.681" v="1358" actId="1076"/>
          <ac:cxnSpMkLst>
            <pc:docMk/>
            <pc:sldMk cId="1043171857" sldId="260"/>
            <ac:cxnSpMk id="53" creationId="{53E65326-3EF0-6231-0544-100726EF5DEB}"/>
          </ac:cxnSpMkLst>
        </pc:cxnChg>
        <pc:cxnChg chg="add mod">
          <ac:chgData name="Mitchell Fowler" userId="0c3d3d0c9a062725" providerId="LiveId" clId="{50F2C5C9-6B18-44BE-87E6-70F8E9E3C765}" dt="2026-02-03T03:09:19.868" v="1279" actId="1076"/>
          <ac:cxnSpMkLst>
            <pc:docMk/>
            <pc:sldMk cId="1043171857" sldId="260"/>
            <ac:cxnSpMk id="55" creationId="{55F0BB80-E11A-ADED-D62B-63D937D2C2E6}"/>
          </ac:cxnSpMkLst>
        </pc:cxnChg>
        <pc:cxnChg chg="add mod">
          <ac:chgData name="Mitchell Fowler" userId="0c3d3d0c9a062725" providerId="LiveId" clId="{50F2C5C9-6B18-44BE-87E6-70F8E9E3C765}" dt="2026-02-03T03:12:36.724" v="1327" actId="1036"/>
          <ac:cxnSpMkLst>
            <pc:docMk/>
            <pc:sldMk cId="1043171857" sldId="260"/>
            <ac:cxnSpMk id="1042" creationId="{BE4987CA-9C99-0505-5ACE-38C1C905A108}"/>
          </ac:cxnSpMkLst>
        </pc:cxnChg>
        <pc:cxnChg chg="add mod">
          <ac:chgData name="Mitchell Fowler" userId="0c3d3d0c9a062725" providerId="LiveId" clId="{50F2C5C9-6B18-44BE-87E6-70F8E9E3C765}" dt="2026-02-03T03:12:36.724" v="1327" actId="1036"/>
          <ac:cxnSpMkLst>
            <pc:docMk/>
            <pc:sldMk cId="1043171857" sldId="260"/>
            <ac:cxnSpMk id="1043" creationId="{84C073F6-8B6A-836F-9514-E7307B663214}"/>
          </ac:cxnSpMkLst>
        </pc:cxnChg>
        <pc:cxnChg chg="add mod">
          <ac:chgData name="Mitchell Fowler" userId="0c3d3d0c9a062725" providerId="LiveId" clId="{50F2C5C9-6B18-44BE-87E6-70F8E9E3C765}" dt="2026-02-03T03:12:36.724" v="1327" actId="1036"/>
          <ac:cxnSpMkLst>
            <pc:docMk/>
            <pc:sldMk cId="1043171857" sldId="260"/>
            <ac:cxnSpMk id="1046" creationId="{DDF46235-307C-1EA3-7D99-16E2C50502C1}"/>
          </ac:cxnSpMkLst>
        </pc:cxnChg>
        <pc:cxnChg chg="add mod">
          <ac:chgData name="Mitchell Fowler" userId="0c3d3d0c9a062725" providerId="LiveId" clId="{50F2C5C9-6B18-44BE-87E6-70F8E9E3C765}" dt="2026-02-03T03:08:25.245" v="1270" actId="1076"/>
          <ac:cxnSpMkLst>
            <pc:docMk/>
            <pc:sldMk cId="1043171857" sldId="260"/>
            <ac:cxnSpMk id="1055" creationId="{A517C641-8053-FFCC-650E-C01DD7D427A5}"/>
          </ac:cxnSpMkLst>
        </pc:cxnChg>
        <pc:cxnChg chg="add mod">
          <ac:chgData name="Mitchell Fowler" userId="0c3d3d0c9a062725" providerId="LiveId" clId="{50F2C5C9-6B18-44BE-87E6-70F8E9E3C765}" dt="2026-02-03T03:09:19.868" v="1279" actId="1076"/>
          <ac:cxnSpMkLst>
            <pc:docMk/>
            <pc:sldMk cId="1043171857" sldId="260"/>
            <ac:cxnSpMk id="1058" creationId="{5F630CA8-E8CC-870D-D5CC-98BD6023A1D9}"/>
          </ac:cxnSpMkLst>
        </pc:cxnChg>
        <pc:cxnChg chg="add mod">
          <ac:chgData name="Mitchell Fowler" userId="0c3d3d0c9a062725" providerId="LiveId" clId="{50F2C5C9-6B18-44BE-87E6-70F8E9E3C765}" dt="2026-02-03T03:14:37.681" v="1358" actId="1076"/>
          <ac:cxnSpMkLst>
            <pc:docMk/>
            <pc:sldMk cId="1043171857" sldId="260"/>
            <ac:cxnSpMk id="1059" creationId="{5E52C0A5-2ECC-A209-2B0A-13B812B38D80}"/>
          </ac:cxnSpMkLst>
        </pc:cxnChg>
        <pc:cxnChg chg="add mod">
          <ac:chgData name="Mitchell Fowler" userId="0c3d3d0c9a062725" providerId="LiveId" clId="{50F2C5C9-6B18-44BE-87E6-70F8E9E3C765}" dt="2026-02-03T03:12:36.724" v="1327" actId="1036"/>
          <ac:cxnSpMkLst>
            <pc:docMk/>
            <pc:sldMk cId="1043171857" sldId="260"/>
            <ac:cxnSpMk id="1061" creationId="{1B80CBB3-AFDF-08BB-DF73-C0047887287A}"/>
          </ac:cxnSpMkLst>
        </pc:cxnChg>
        <pc:cxnChg chg="add mod">
          <ac:chgData name="Mitchell Fowler" userId="0c3d3d0c9a062725" providerId="LiveId" clId="{50F2C5C9-6B18-44BE-87E6-70F8E9E3C765}" dt="2026-02-03T03:15:52.791" v="1363" actId="1076"/>
          <ac:cxnSpMkLst>
            <pc:docMk/>
            <pc:sldMk cId="1043171857" sldId="260"/>
            <ac:cxnSpMk id="1070" creationId="{DDD58B1F-BD6A-BA43-1382-2EC2CF9809BA}"/>
          </ac:cxnSpMkLst>
        </pc:cxnChg>
      </pc:sldChg>
      <pc:sldChg chg="addSp modSp new mod">
        <pc:chgData name="Mitchell Fowler" userId="0c3d3d0c9a062725" providerId="LiveId" clId="{50F2C5C9-6B18-44BE-87E6-70F8E9E3C765}" dt="2026-02-04T00:02:57.138" v="1554" actId="167"/>
        <pc:sldMkLst>
          <pc:docMk/>
          <pc:sldMk cId="1498015722" sldId="261"/>
        </pc:sldMkLst>
        <pc:spChg chg="add mod">
          <ac:chgData name="Mitchell Fowler" userId="0c3d3d0c9a062725" providerId="LiveId" clId="{50F2C5C9-6B18-44BE-87E6-70F8E9E3C765}" dt="2026-02-03T23:48:01.040" v="1434" actId="1076"/>
          <ac:spMkLst>
            <pc:docMk/>
            <pc:sldMk cId="1498015722" sldId="261"/>
            <ac:spMk id="2" creationId="{555FF7DB-F3C9-8A34-0B2C-152FBDDF3046}"/>
          </ac:spMkLst>
        </pc:spChg>
        <pc:spChg chg="add mod">
          <ac:chgData name="Mitchell Fowler" userId="0c3d3d0c9a062725" providerId="LiveId" clId="{50F2C5C9-6B18-44BE-87E6-70F8E9E3C765}" dt="2026-02-03T23:48:01.040" v="1434" actId="1076"/>
          <ac:spMkLst>
            <pc:docMk/>
            <pc:sldMk cId="1498015722" sldId="261"/>
            <ac:spMk id="3" creationId="{9F101C08-7C81-AC76-0701-35B57DF57F6C}"/>
          </ac:spMkLst>
        </pc:spChg>
        <pc:spChg chg="add mod">
          <ac:chgData name="Mitchell Fowler" userId="0c3d3d0c9a062725" providerId="LiveId" clId="{50F2C5C9-6B18-44BE-87E6-70F8E9E3C765}" dt="2026-02-03T23:49:17.824" v="1466" actId="1035"/>
          <ac:spMkLst>
            <pc:docMk/>
            <pc:sldMk cId="1498015722" sldId="261"/>
            <ac:spMk id="5" creationId="{E074CBCD-1E05-5E1E-DF29-44846CA5C488}"/>
          </ac:spMkLst>
        </pc:spChg>
        <pc:spChg chg="add mod">
          <ac:chgData name="Mitchell Fowler" userId="0c3d3d0c9a062725" providerId="LiveId" clId="{50F2C5C9-6B18-44BE-87E6-70F8E9E3C765}" dt="2026-02-03T23:53:49.866" v="1519" actId="1076"/>
          <ac:spMkLst>
            <pc:docMk/>
            <pc:sldMk cId="1498015722" sldId="261"/>
            <ac:spMk id="8" creationId="{5B6A8AE4-D6F3-6B86-A1AB-F04F6721476D}"/>
          </ac:spMkLst>
        </pc:spChg>
        <pc:spChg chg="add mod">
          <ac:chgData name="Mitchell Fowler" userId="0c3d3d0c9a062725" providerId="LiveId" clId="{50F2C5C9-6B18-44BE-87E6-70F8E9E3C765}" dt="2026-02-03T23:52:21.069" v="1488" actId="1036"/>
          <ac:spMkLst>
            <pc:docMk/>
            <pc:sldMk cId="1498015722" sldId="261"/>
            <ac:spMk id="10" creationId="{AD45B456-18B8-FDF2-1564-127062BFDBB1}"/>
          </ac:spMkLst>
        </pc:spChg>
        <pc:spChg chg="add mod">
          <ac:chgData name="Mitchell Fowler" userId="0c3d3d0c9a062725" providerId="LiveId" clId="{50F2C5C9-6B18-44BE-87E6-70F8E9E3C765}" dt="2026-02-03T23:54:36.498" v="1526" actId="207"/>
          <ac:spMkLst>
            <pc:docMk/>
            <pc:sldMk cId="1498015722" sldId="261"/>
            <ac:spMk id="13" creationId="{6CB20187-4E6A-88A6-0883-92166F9B5044}"/>
          </ac:spMkLst>
        </pc:spChg>
        <pc:spChg chg="add mod">
          <ac:chgData name="Mitchell Fowler" userId="0c3d3d0c9a062725" providerId="LiveId" clId="{50F2C5C9-6B18-44BE-87E6-70F8E9E3C765}" dt="2026-02-04T00:02:13.488" v="1549" actId="207"/>
          <ac:spMkLst>
            <pc:docMk/>
            <pc:sldMk cId="1498015722" sldId="261"/>
            <ac:spMk id="14" creationId="{B885E71F-A910-370A-15B9-ECBEAC047AD9}"/>
          </ac:spMkLst>
        </pc:spChg>
        <pc:spChg chg="add mod ord">
          <ac:chgData name="Mitchell Fowler" userId="0c3d3d0c9a062725" providerId="LiveId" clId="{50F2C5C9-6B18-44BE-87E6-70F8E9E3C765}" dt="2026-02-04T00:02:57.138" v="1554" actId="167"/>
          <ac:spMkLst>
            <pc:docMk/>
            <pc:sldMk cId="1498015722" sldId="261"/>
            <ac:spMk id="15" creationId="{CD8BA01B-1535-EF48-8351-586D7C370F48}"/>
          </ac:spMkLst>
        </pc:spChg>
        <pc:cxnChg chg="add mod">
          <ac:chgData name="Mitchell Fowler" userId="0c3d3d0c9a062725" providerId="LiveId" clId="{50F2C5C9-6B18-44BE-87E6-70F8E9E3C765}" dt="2026-02-03T23:49:17.824" v="1466" actId="1035"/>
          <ac:cxnSpMkLst>
            <pc:docMk/>
            <pc:sldMk cId="1498015722" sldId="261"/>
            <ac:cxnSpMk id="4" creationId="{542F1189-4AA1-BD60-7D04-B5CED0A4F02F}"/>
          </ac:cxnSpMkLst>
        </pc:cxnChg>
        <pc:cxnChg chg="add mod">
          <ac:chgData name="Mitchell Fowler" userId="0c3d3d0c9a062725" providerId="LiveId" clId="{50F2C5C9-6B18-44BE-87E6-70F8E9E3C765}" dt="2026-02-03T23:49:17.824" v="1466" actId="1035"/>
          <ac:cxnSpMkLst>
            <pc:docMk/>
            <pc:sldMk cId="1498015722" sldId="261"/>
            <ac:cxnSpMk id="6" creationId="{D022CC0D-D037-2D6E-488F-260E781C96D4}"/>
          </ac:cxnSpMkLst>
        </pc:cxnChg>
        <pc:cxnChg chg="add mod">
          <ac:chgData name="Mitchell Fowler" userId="0c3d3d0c9a062725" providerId="LiveId" clId="{50F2C5C9-6B18-44BE-87E6-70F8E9E3C765}" dt="2026-02-03T23:50:15.716" v="1468" actId="1076"/>
          <ac:cxnSpMkLst>
            <pc:docMk/>
            <pc:sldMk cId="1498015722" sldId="261"/>
            <ac:cxnSpMk id="7" creationId="{07BBD92A-C2B9-0677-B495-11067C041F96}"/>
          </ac:cxnSpMkLst>
        </pc:cxnChg>
        <pc:cxnChg chg="add mod">
          <ac:chgData name="Mitchell Fowler" userId="0c3d3d0c9a062725" providerId="LiveId" clId="{50F2C5C9-6B18-44BE-87E6-70F8E9E3C765}" dt="2026-02-03T23:52:21.069" v="1488" actId="1036"/>
          <ac:cxnSpMkLst>
            <pc:docMk/>
            <pc:sldMk cId="1498015722" sldId="261"/>
            <ac:cxnSpMk id="9" creationId="{91E2BB58-240F-1597-4E96-E9C8F857D92B}"/>
          </ac:cxnSpMkLst>
        </pc:cxnChg>
        <pc:cxnChg chg="add mod">
          <ac:chgData name="Mitchell Fowler" userId="0c3d3d0c9a062725" providerId="LiveId" clId="{50F2C5C9-6B18-44BE-87E6-70F8E9E3C765}" dt="2026-02-03T23:54:44.056" v="1527" actId="208"/>
          <ac:cxnSpMkLst>
            <pc:docMk/>
            <pc:sldMk cId="1498015722" sldId="261"/>
            <ac:cxnSpMk id="11" creationId="{C4911333-F9AA-6DC5-4C31-036A72FBE8AD}"/>
          </ac:cxnSpMkLst>
        </pc:cxnChg>
        <pc:cxnChg chg="add mod">
          <ac:chgData name="Mitchell Fowler" userId="0c3d3d0c9a062725" providerId="LiveId" clId="{50F2C5C9-6B18-44BE-87E6-70F8E9E3C765}" dt="2026-02-04T00:02:20.520" v="1550" actId="208"/>
          <ac:cxnSpMkLst>
            <pc:docMk/>
            <pc:sldMk cId="1498015722" sldId="261"/>
            <ac:cxnSpMk id="12" creationId="{D8AD9BFA-E0B3-AB5E-ADF2-43D61998C772}"/>
          </ac:cxnSpMkLst>
        </pc:cxnChg>
      </pc:sldChg>
      <pc:sldChg chg="addSp delSp modSp new del mod">
        <pc:chgData name="Mitchell Fowler" userId="0c3d3d0c9a062725" providerId="LiveId" clId="{50F2C5C9-6B18-44BE-87E6-70F8E9E3C765}" dt="2026-02-03T03:26:09.905" v="1421" actId="47"/>
        <pc:sldMkLst>
          <pc:docMk/>
          <pc:sldMk cId="1825437072" sldId="261"/>
        </pc:sldMkLst>
        <pc:spChg chg="del mod">
          <ac:chgData name="Mitchell Fowler" userId="0c3d3d0c9a062725" providerId="LiveId" clId="{50F2C5C9-6B18-44BE-87E6-70F8E9E3C765}" dt="2026-02-03T03:00:21.192" v="1189" actId="478"/>
          <ac:spMkLst>
            <pc:docMk/>
            <pc:sldMk cId="1825437072" sldId="261"/>
            <ac:spMk id="7" creationId="{A61247B8-1FCE-7E05-6A02-F3291DEF2F20}"/>
          </ac:spMkLst>
        </pc:spChg>
        <pc:spChg chg="mod">
          <ac:chgData name="Mitchell Fowler" userId="0c3d3d0c9a062725" providerId="LiveId" clId="{50F2C5C9-6B18-44BE-87E6-70F8E9E3C765}" dt="2026-02-03T03:00:06.368" v="1186" actId="27803"/>
          <ac:spMkLst>
            <pc:docMk/>
            <pc:sldMk cId="1825437072" sldId="261"/>
            <ac:spMk id="13" creationId="{F2DFF998-BD7B-441F-F247-27C49179B4ED}"/>
          </ac:spMkLst>
        </pc:spChg>
        <pc:spChg chg="mod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15" creationId="{854D7361-BE7A-83C5-A01B-3811F398608F}"/>
          </ac:spMkLst>
        </pc:spChg>
        <pc:spChg chg="mod topLvl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16" creationId="{9BE9B96A-7B1D-8E1F-8953-EA405A502D04}"/>
          </ac:spMkLst>
        </pc:spChg>
        <pc:spChg chg="mod topLvl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18" creationId="{21EC2DE4-DA08-94A3-7385-B0B00D484F16}"/>
          </ac:spMkLst>
        </pc:spChg>
        <pc:spChg chg="mod">
          <ac:chgData name="Mitchell Fowler" userId="0c3d3d0c9a062725" providerId="LiveId" clId="{50F2C5C9-6B18-44BE-87E6-70F8E9E3C765}" dt="2026-02-03T03:00:06.368" v="1186" actId="27803"/>
          <ac:spMkLst>
            <pc:docMk/>
            <pc:sldMk cId="1825437072" sldId="261"/>
            <ac:spMk id="19" creationId="{1420E947-48D8-8AAE-3A21-48DC43DC5ACD}"/>
          </ac:spMkLst>
        </pc:spChg>
        <pc:spChg chg="del mod">
          <ac:chgData name="Mitchell Fowler" userId="0c3d3d0c9a062725" providerId="LiveId" clId="{50F2C5C9-6B18-44BE-87E6-70F8E9E3C765}" dt="2026-02-03T03:00:23.009" v="1190" actId="478"/>
          <ac:spMkLst>
            <pc:docMk/>
            <pc:sldMk cId="1825437072" sldId="261"/>
            <ac:spMk id="20" creationId="{E69AE6B9-8F9E-0063-A218-9925DD04F418}"/>
          </ac:spMkLst>
        </pc:spChg>
        <pc:spChg chg="mod">
          <ac:chgData name="Mitchell Fowler" userId="0c3d3d0c9a062725" providerId="LiveId" clId="{50F2C5C9-6B18-44BE-87E6-70F8E9E3C765}" dt="2026-02-03T03:00:06.368" v="1186" actId="27803"/>
          <ac:spMkLst>
            <pc:docMk/>
            <pc:sldMk cId="1825437072" sldId="261"/>
            <ac:spMk id="22" creationId="{F814A099-5029-2E0D-D689-98E0C2A8B691}"/>
          </ac:spMkLst>
        </pc:spChg>
        <pc:spChg chg="mod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24" creationId="{F68253B4-D125-E08D-6AAC-305734B66405}"/>
          </ac:spMkLst>
        </pc:spChg>
        <pc:spChg chg="mod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26" creationId="{334F4D16-A335-2621-2F20-7A029330AE06}"/>
          </ac:spMkLst>
        </pc:spChg>
        <pc:spChg chg="mod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27" creationId="{11D35C8C-E3DE-D7A3-992F-C16C4E592E68}"/>
          </ac:spMkLst>
        </pc:spChg>
        <pc:spChg chg="mod topLvl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29" creationId="{754A37FE-63B2-2751-E5D5-D44F5D61D03E}"/>
          </ac:spMkLst>
        </pc:spChg>
        <pc:spChg chg="mod topLvl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30" creationId="{7CE5ED27-C87F-9A94-2C94-2C51ADB0AD1C}"/>
          </ac:spMkLst>
        </pc:spChg>
        <pc:spChg chg="mod">
          <ac:chgData name="Mitchell Fowler" userId="0c3d3d0c9a062725" providerId="LiveId" clId="{50F2C5C9-6B18-44BE-87E6-70F8E9E3C765}" dt="2026-02-03T03:00:06.368" v="1186" actId="27803"/>
          <ac:spMkLst>
            <pc:docMk/>
            <pc:sldMk cId="1825437072" sldId="261"/>
            <ac:spMk id="33" creationId="{EF1DDAB0-C33E-9E6A-C1F4-C6F936AF5C3C}"/>
          </ac:spMkLst>
        </pc:spChg>
        <pc:spChg chg="mod topLvl">
          <ac:chgData name="Mitchell Fowler" userId="0c3d3d0c9a062725" providerId="LiveId" clId="{50F2C5C9-6B18-44BE-87E6-70F8E9E3C765}" dt="2026-02-03T03:00:12.017" v="1187" actId="165"/>
          <ac:spMkLst>
            <pc:docMk/>
            <pc:sldMk cId="1825437072" sldId="261"/>
            <ac:spMk id="34" creationId="{7B2FC423-E5C8-E52D-F7E2-6A4EEE45191E}"/>
          </ac:spMkLst>
        </pc:spChg>
        <pc:spChg chg="mod topLvl">
          <ac:chgData name="Mitchell Fowler" userId="0c3d3d0c9a062725" providerId="LiveId" clId="{50F2C5C9-6B18-44BE-87E6-70F8E9E3C765}" dt="2026-02-03T03:00:36.181" v="1192" actId="164"/>
          <ac:spMkLst>
            <pc:docMk/>
            <pc:sldMk cId="1825437072" sldId="261"/>
            <ac:spMk id="35" creationId="{C7F77354-3FEC-4C84-FE8A-A31C927BA135}"/>
          </ac:spMkLst>
        </pc:spChg>
        <pc:spChg chg="mod">
          <ac:chgData name="Mitchell Fowler" userId="0c3d3d0c9a062725" providerId="LiveId" clId="{50F2C5C9-6B18-44BE-87E6-70F8E9E3C765}" dt="2026-02-03T03:00:36.181" v="1192" actId="164"/>
          <ac:spMkLst>
            <pc:docMk/>
            <pc:sldMk cId="1825437072" sldId="261"/>
            <ac:spMk id="36" creationId="{632269A6-8F9D-5A73-2EB0-511D9F969FB0}"/>
          </ac:spMkLst>
        </pc:spChg>
        <pc:spChg chg="mod">
          <ac:chgData name="Mitchell Fowler" userId="0c3d3d0c9a062725" providerId="LiveId" clId="{50F2C5C9-6B18-44BE-87E6-70F8E9E3C765}" dt="2026-02-03T03:00:36.181" v="1192" actId="164"/>
          <ac:spMkLst>
            <pc:docMk/>
            <pc:sldMk cId="1825437072" sldId="261"/>
            <ac:spMk id="37" creationId="{C7B203B4-2B6C-0F4D-89BA-4B7A0EEC44EA}"/>
          </ac:spMkLst>
        </pc:spChg>
        <pc:grpChg chg="add del mod">
          <ac:chgData name="Mitchell Fowler" userId="0c3d3d0c9a062725" providerId="LiveId" clId="{50F2C5C9-6B18-44BE-87E6-70F8E9E3C765}" dt="2026-02-03T03:00:47.906" v="1198" actId="21"/>
          <ac:grpSpMkLst>
            <pc:docMk/>
            <pc:sldMk cId="1825437072" sldId="261"/>
            <ac:grpSpMk id="38" creationId="{3855D2B0-6998-884D-1CE9-4994D8BB287A}"/>
          </ac:grpSpMkLst>
        </pc:grpChg>
        <pc:picChg chg="add del mod">
          <ac:chgData name="Mitchell Fowler" userId="0c3d3d0c9a062725" providerId="LiveId" clId="{50F2C5C9-6B18-44BE-87E6-70F8E9E3C765}" dt="2026-02-03T02:59:10.868" v="1184" actId="478"/>
          <ac:picMkLst>
            <pc:docMk/>
            <pc:sldMk cId="1825437072" sldId="261"/>
            <ac:picMk id="3" creationId="{D4075596-6919-53EF-EDA9-99CDA6871641}"/>
          </ac:picMkLst>
        </pc:picChg>
        <pc:picChg chg="add mod">
          <ac:chgData name="Mitchell Fowler" userId="0c3d3d0c9a062725" providerId="LiveId" clId="{50F2C5C9-6B18-44BE-87E6-70F8E9E3C765}" dt="2026-02-03T03:00:01.133" v="1185"/>
          <ac:picMkLst>
            <pc:docMk/>
            <pc:sldMk cId="1825437072" sldId="261"/>
            <ac:picMk id="5" creationId="{81243628-34DE-B1BB-9191-884A6BCA7B8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41EFF-973F-F8FE-9BC7-ED177F7737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58E946-8433-638C-7909-19C5E84043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1E0B4-5FEC-55C1-16C9-155CC40DD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60782-E37D-EA7E-E881-CCE9BD5C5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ACDDB-7041-2C1C-D9A5-0FCB12BAD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88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084D-83E3-9AAA-0593-E6DC5476C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0187D-9C78-3CF6-941C-ADC09BFA32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29CAE-8F5B-C26C-E655-7C5DF4E9D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72CE5-09E2-FA5F-DBAA-5D795F814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6209F9-7C0B-8F8D-42D5-763F1418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19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39961-DAB2-929D-C433-E03956E59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685BD-32EA-480C-C186-EBBC68186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F28EA-AC82-231B-C544-989F22637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FFAFD-47EA-D2A0-B2D3-C400FC3D1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D397F-3E86-9608-DC5C-25AE5C7F0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666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77381-DFEF-779A-8FD7-B10D32E4F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2E473-00D4-5D03-0E14-48A932419F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2FC7C1-B014-4382-DE26-7320A1243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46B90F-113B-F72D-34B3-0EF6C3913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40F79-505E-2679-1EED-F11516786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A4DFA-3960-3A17-A56C-F7F71D2D5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81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9FD3C-5B21-B72B-4003-1C26403F2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53BD2A-06FD-BFF7-31C3-77A0C5408C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241378-6F6C-7302-36A7-7F152EC03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437AC8-1338-D73F-6594-5B4919407E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A2BB41-BA67-3954-E34F-401CB93554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FD18F9-AF5A-5FD8-AE73-F9E2D3734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31CC0F-D327-505A-0FA0-27EE92D67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A39426-D313-EB8C-D133-A37F3AA5A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72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8359-5912-D328-9628-AF905BF9F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05FAC9-AA0F-FC89-4331-ED575CA67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70FDC-8719-9E74-6F39-6E1AADAE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3EBCB5-1718-AC21-148C-61AA86114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13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821E16-7CAD-3DA1-A45A-40002D8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4500F5-B182-BAE8-3809-F1A450438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64DE8-9FFA-B64E-13FA-3EB38E25B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16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9EAF3-4663-C906-A6E6-B8DCE2621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70FDF-6100-DB08-DE08-CF9D8C210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01F5BF-6771-E2E4-0687-362D56D66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109826-573E-2A79-B0E8-0E86ED38F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60F7AA-B554-CA6E-37F5-5C571800B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852AB3-1561-55AD-7A3E-E8601EDF1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7596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A347F-04F6-7A95-E531-B8541C399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E3FEB-E8BB-86D9-DEBD-B42A8EB4F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CEBDC-85A0-23D6-0778-2497FA0E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1F1EA-2DC5-3C23-691B-47874C1C8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D89609-1548-3987-09BD-1B72564F7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7744F-6E9E-0923-153D-7083F2364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7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D7AA3-904D-AA34-AB45-65C2B22AD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4B9899-0D9E-91F2-95C2-C1A00DB366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1F36C-B5BA-9EDA-9781-E3442D930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B5582-8E71-9CF3-78DA-93C845CE2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B22EA-89E1-957B-E1EA-A6BCB5198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093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8C759D-0E95-93DC-332E-285F9F0F1C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2468B-7D99-5F67-49DC-8CF5B912F6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A6C7B-CFF3-3BF8-F5C5-E77A971C6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ACA02C-B920-E1BA-4A9C-054D5DFE4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FCF43-5041-017B-2F28-2AA32A13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628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D54906-BEE2-F5A9-7BA4-A752FE8A0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83AD2-2026-12D6-CEDF-E5C87DF3D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54BA1-3E25-1ED9-28F6-8EEFDC34D1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909401-5EA8-4372-9FA7-86BA32B1A82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47DF4F-452C-B418-74C4-B57BBE88AF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BD9509-4B74-5984-FB30-017E5D292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0CAC55-038D-491A-BA93-15349CDE8F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263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EA0D9-5E90-9A57-1F01-7D3A155FF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8454695-CA97-3E3F-4F28-B10B7EA382E1}"/>
              </a:ext>
            </a:extLst>
          </p:cNvPr>
          <p:cNvSpPr/>
          <p:nvPr/>
        </p:nvSpPr>
        <p:spPr>
          <a:xfrm>
            <a:off x="0" y="1484671"/>
            <a:ext cx="12192000" cy="36802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2DC9959-3516-D0FF-CC07-D59A60F5DC66}"/>
              </a:ext>
            </a:extLst>
          </p:cNvPr>
          <p:cNvGrpSpPr/>
          <p:nvPr/>
        </p:nvGrpSpPr>
        <p:grpSpPr>
          <a:xfrm>
            <a:off x="5729392" y="1948918"/>
            <a:ext cx="385963" cy="1659377"/>
            <a:chOff x="9171694" y="1387936"/>
            <a:chExt cx="658375" cy="2743694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8B146B97-D5E1-89E8-1CE4-A5174F636669}"/>
                </a:ext>
              </a:extLst>
            </p:cNvPr>
            <p:cNvSpPr/>
            <p:nvPr/>
          </p:nvSpPr>
          <p:spPr>
            <a:xfrm>
              <a:off x="9500882" y="1387936"/>
              <a:ext cx="4547" cy="411553"/>
            </a:xfrm>
            <a:custGeom>
              <a:avLst/>
              <a:gdLst>
                <a:gd name="csX0" fmla="*/ -1147 w 8040"/>
                <a:gd name="csY0" fmla="*/ -222 h 564621"/>
                <a:gd name="csX1" fmla="*/ -1147 w 8040"/>
                <a:gd name="csY1" fmla="*/ 564399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222"/>
                  </a:moveTo>
                  <a:lnTo>
                    <a:pt x="-1147" y="564399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93C933-10AD-7496-32BB-C26B76621883}"/>
                </a:ext>
              </a:extLst>
            </p:cNvPr>
            <p:cNvSpPr/>
            <p:nvPr/>
          </p:nvSpPr>
          <p:spPr>
            <a:xfrm>
              <a:off x="9171694" y="1799488"/>
              <a:ext cx="658375" cy="1920588"/>
            </a:xfrm>
            <a:custGeom>
              <a:avLst/>
              <a:gdLst>
                <a:gd name="csX0" fmla="*/ 580975 w 1164244"/>
                <a:gd name="csY0" fmla="*/ -479 h 2634911"/>
                <a:gd name="csX1" fmla="*/ -1147 w 1164244"/>
                <a:gd name="csY1" fmla="*/ 77017 h 2634911"/>
                <a:gd name="csX2" fmla="*/ 1163097 w 1164244"/>
                <a:gd name="csY2" fmla="*/ 232011 h 2634911"/>
                <a:gd name="csX3" fmla="*/ -1147 w 1164244"/>
                <a:gd name="csY3" fmla="*/ 387009 h 2634911"/>
                <a:gd name="csX4" fmla="*/ 1163097 w 1164244"/>
                <a:gd name="csY4" fmla="*/ 542002 h 2634911"/>
                <a:gd name="csX5" fmla="*/ -1147 w 1164244"/>
                <a:gd name="csY5" fmla="*/ 696996 h 2634911"/>
                <a:gd name="csX6" fmla="*/ 1163097 w 1164244"/>
                <a:gd name="csY6" fmla="*/ 851990 h 2634911"/>
                <a:gd name="csX7" fmla="*/ -1147 w 1164244"/>
                <a:gd name="csY7" fmla="*/ 1006984 h 2634911"/>
                <a:gd name="csX8" fmla="*/ 1163097 w 1164244"/>
                <a:gd name="csY8" fmla="*/ 1161978 h 2634911"/>
                <a:gd name="csX9" fmla="*/ -1147 w 1164244"/>
                <a:gd name="csY9" fmla="*/ 1316971 h 2634911"/>
                <a:gd name="csX10" fmla="*/ 1163097 w 1164244"/>
                <a:gd name="csY10" fmla="*/ 1471965 h 2634911"/>
                <a:gd name="csX11" fmla="*/ -1147 w 1164244"/>
                <a:gd name="csY11" fmla="*/ 1626959 h 2634911"/>
                <a:gd name="csX12" fmla="*/ 1163097 w 1164244"/>
                <a:gd name="csY12" fmla="*/ 1781953 h 2634911"/>
                <a:gd name="csX13" fmla="*/ -1147 w 1164244"/>
                <a:gd name="csY13" fmla="*/ 1936946 h 2634911"/>
                <a:gd name="csX14" fmla="*/ 1163097 w 1164244"/>
                <a:gd name="csY14" fmla="*/ 2091940 h 2634911"/>
                <a:gd name="csX15" fmla="*/ -1147 w 1164244"/>
                <a:gd name="csY15" fmla="*/ 2246948 h 2634911"/>
                <a:gd name="csX16" fmla="*/ 1163097 w 1164244"/>
                <a:gd name="csY16" fmla="*/ 2401921 h 2634911"/>
                <a:gd name="csX17" fmla="*/ -1147 w 1164244"/>
                <a:gd name="csY17" fmla="*/ 2556928 h 2634911"/>
                <a:gd name="csX18" fmla="*/ 580975 w 1164244"/>
                <a:gd name="csY18" fmla="*/ 2634433 h 2634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164244" h="2634911">
                  <a:moveTo>
                    <a:pt x="580975" y="-479"/>
                  </a:moveTo>
                  <a:lnTo>
                    <a:pt x="-1147" y="77017"/>
                  </a:lnTo>
                  <a:lnTo>
                    <a:pt x="1163097" y="232011"/>
                  </a:lnTo>
                  <a:lnTo>
                    <a:pt x="-1147" y="387009"/>
                  </a:lnTo>
                  <a:lnTo>
                    <a:pt x="1163097" y="542002"/>
                  </a:lnTo>
                  <a:lnTo>
                    <a:pt x="-1147" y="696996"/>
                  </a:lnTo>
                  <a:lnTo>
                    <a:pt x="1163097" y="851990"/>
                  </a:lnTo>
                  <a:lnTo>
                    <a:pt x="-1147" y="1006984"/>
                  </a:lnTo>
                  <a:lnTo>
                    <a:pt x="1163097" y="1161978"/>
                  </a:lnTo>
                  <a:lnTo>
                    <a:pt x="-1147" y="1316971"/>
                  </a:lnTo>
                  <a:lnTo>
                    <a:pt x="1163097" y="1471965"/>
                  </a:lnTo>
                  <a:lnTo>
                    <a:pt x="-1147" y="1626959"/>
                  </a:lnTo>
                  <a:lnTo>
                    <a:pt x="1163097" y="1781953"/>
                  </a:lnTo>
                  <a:lnTo>
                    <a:pt x="-1147" y="1936946"/>
                  </a:lnTo>
                  <a:lnTo>
                    <a:pt x="1163097" y="2091940"/>
                  </a:lnTo>
                  <a:lnTo>
                    <a:pt x="-1147" y="2246948"/>
                  </a:lnTo>
                  <a:lnTo>
                    <a:pt x="1163097" y="2401921"/>
                  </a:lnTo>
                  <a:lnTo>
                    <a:pt x="-1147" y="2556928"/>
                  </a:lnTo>
                  <a:lnTo>
                    <a:pt x="580975" y="2634433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D40EE93-D3C2-5519-15CE-8D0A48C0446E}"/>
                </a:ext>
              </a:extLst>
            </p:cNvPr>
            <p:cNvSpPr/>
            <p:nvPr/>
          </p:nvSpPr>
          <p:spPr>
            <a:xfrm>
              <a:off x="9500882" y="3720077"/>
              <a:ext cx="4547" cy="411553"/>
            </a:xfrm>
            <a:custGeom>
              <a:avLst/>
              <a:gdLst>
                <a:gd name="csX0" fmla="*/ -1147 w 8040"/>
                <a:gd name="csY0" fmla="*/ -737 h 564621"/>
                <a:gd name="csX1" fmla="*/ -1147 w 8040"/>
                <a:gd name="csY1" fmla="*/ 563885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737"/>
                  </a:moveTo>
                  <a:lnTo>
                    <a:pt x="-1147" y="563885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6C16FC0-045C-B4BC-9E29-2409F0C40FB9}"/>
              </a:ext>
            </a:extLst>
          </p:cNvPr>
          <p:cNvSpPr/>
          <p:nvPr/>
        </p:nvSpPr>
        <p:spPr>
          <a:xfrm>
            <a:off x="5211545" y="1693119"/>
            <a:ext cx="1460086" cy="2558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24B54E-E845-3408-F7F0-98970546A90E}"/>
              </a:ext>
            </a:extLst>
          </p:cNvPr>
          <p:cNvSpPr/>
          <p:nvPr/>
        </p:nvSpPr>
        <p:spPr>
          <a:xfrm>
            <a:off x="6671632" y="1693119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756D32-2A90-344A-ACF7-D324050FEC3A}"/>
              </a:ext>
            </a:extLst>
          </p:cNvPr>
          <p:cNvSpPr/>
          <p:nvPr/>
        </p:nvSpPr>
        <p:spPr>
          <a:xfrm>
            <a:off x="5020649" y="1693119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F15C19E-B02C-2ADC-E691-360DF3184B4C}"/>
              </a:ext>
            </a:extLst>
          </p:cNvPr>
          <p:cNvCxnSpPr>
            <a:cxnSpLocks/>
          </p:cNvCxnSpPr>
          <p:nvPr/>
        </p:nvCxnSpPr>
        <p:spPr>
          <a:xfrm flipV="1">
            <a:off x="5211545" y="1948934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4117A5-8A63-8111-FBF2-0A3F895150D7}"/>
              </a:ext>
            </a:extLst>
          </p:cNvPr>
          <p:cNvCxnSpPr>
            <a:cxnSpLocks/>
          </p:cNvCxnSpPr>
          <p:nvPr/>
        </p:nvCxnSpPr>
        <p:spPr>
          <a:xfrm flipV="1">
            <a:off x="6652417" y="1948934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FB2198-AA70-FBAD-B913-162E0B10FE92}"/>
              </a:ext>
            </a:extLst>
          </p:cNvPr>
          <p:cNvCxnSpPr>
            <a:cxnSpLocks/>
          </p:cNvCxnSpPr>
          <p:nvPr/>
        </p:nvCxnSpPr>
        <p:spPr>
          <a:xfrm flipH="1">
            <a:off x="5211545" y="1948934"/>
            <a:ext cx="144087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936C175-5E3A-8210-0348-BF26F5D5FA76}"/>
              </a:ext>
            </a:extLst>
          </p:cNvPr>
          <p:cNvSpPr/>
          <p:nvPr/>
        </p:nvSpPr>
        <p:spPr>
          <a:xfrm>
            <a:off x="5287358" y="3608317"/>
            <a:ext cx="1297568" cy="951808"/>
          </a:xfrm>
          <a:prstGeom prst="rect">
            <a:avLst/>
          </a:prstGeom>
          <a:solidFill>
            <a:srgbClr val="D9D9FF"/>
          </a:solidFill>
          <a:ln w="571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029401-23E2-E5CC-4057-DA4D5C9F69E6}"/>
                  </a:ext>
                </a:extLst>
              </p:cNvPr>
              <p:cNvSpPr txBox="1"/>
              <p:nvPr/>
            </p:nvSpPr>
            <p:spPr>
              <a:xfrm>
                <a:off x="5629092" y="3980697"/>
                <a:ext cx="61965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200" b="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029401-23E2-E5CC-4057-DA4D5C9F6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9092" y="3980697"/>
                <a:ext cx="619657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F1D8D95-D100-D9AC-68FD-A58B0C19FCD7}"/>
              </a:ext>
            </a:extLst>
          </p:cNvPr>
          <p:cNvSpPr txBox="1"/>
          <p:nvPr/>
        </p:nvSpPr>
        <p:spPr>
          <a:xfrm>
            <a:off x="5395626" y="3608276"/>
            <a:ext cx="1053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D6D320-ECDA-90D6-F392-69DFDE5DC540}"/>
              </a:ext>
            </a:extLst>
          </p:cNvPr>
          <p:cNvSpPr txBox="1"/>
          <p:nvPr/>
        </p:nvSpPr>
        <p:spPr>
          <a:xfrm>
            <a:off x="6931486" y="3483842"/>
            <a:ext cx="15263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Damper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50DBA8-5E98-8711-5663-3EBCB21BDE61}"/>
                  </a:ext>
                </a:extLst>
              </p:cNvPr>
              <p:cNvSpPr txBox="1"/>
              <p:nvPr/>
            </p:nvSpPr>
            <p:spPr>
              <a:xfrm>
                <a:off x="7459048" y="3975352"/>
                <a:ext cx="47019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3200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50DBA8-5E98-8711-5663-3EBCB21BD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048" y="3975352"/>
                <a:ext cx="47019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239B53B-2086-1B59-8241-828086348645}"/>
              </a:ext>
            </a:extLst>
          </p:cNvPr>
          <p:cNvSpPr txBox="1"/>
          <p:nvPr/>
        </p:nvSpPr>
        <p:spPr>
          <a:xfrm>
            <a:off x="7089267" y="2226266"/>
            <a:ext cx="12378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AEAEA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4F1CD06-BCD0-E976-4CA9-2D310AFC5353}"/>
                  </a:ext>
                </a:extLst>
              </p:cNvPr>
              <p:cNvSpPr txBox="1"/>
              <p:nvPr/>
            </p:nvSpPr>
            <p:spPr>
              <a:xfrm>
                <a:off x="7459048" y="2699944"/>
                <a:ext cx="50610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AEAEAE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3200" b="0" dirty="0">
                  <a:solidFill>
                    <a:srgbClr val="AEAEAE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4F1CD06-BCD0-E976-4CA9-2D310AFC5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048" y="2699944"/>
                <a:ext cx="506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9895CC0-C99F-9104-7B61-BBBBDD9C22BA}"/>
              </a:ext>
            </a:extLst>
          </p:cNvPr>
          <p:cNvSpPr txBox="1"/>
          <p:nvPr/>
        </p:nvSpPr>
        <p:spPr>
          <a:xfrm>
            <a:off x="3213937" y="3825880"/>
            <a:ext cx="1443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rgbClr val="0000FF"/>
                </a:solidFill>
              </a:rPr>
              <a:t>Motion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A1D312E-6597-6D52-E0DD-B0D5C8D30D4A}"/>
              </a:ext>
            </a:extLst>
          </p:cNvPr>
          <p:cNvCxnSpPr>
            <a:cxnSpLocks/>
          </p:cNvCxnSpPr>
          <p:nvPr/>
        </p:nvCxnSpPr>
        <p:spPr>
          <a:xfrm>
            <a:off x="4807293" y="3724853"/>
            <a:ext cx="0" cy="786830"/>
          </a:xfrm>
          <a:prstGeom prst="straightConnector1">
            <a:avLst/>
          </a:prstGeom>
          <a:ln w="28575">
            <a:solidFill>
              <a:srgbClr val="0000FF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6204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6336F9-C76D-0FA4-CD41-782AA67AFAAC}"/>
              </a:ext>
            </a:extLst>
          </p:cNvPr>
          <p:cNvSpPr/>
          <p:nvPr/>
        </p:nvSpPr>
        <p:spPr>
          <a:xfrm>
            <a:off x="0" y="1169751"/>
            <a:ext cx="12192000" cy="489675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7651786-1F7B-00AE-C670-D357590911E4}"/>
              </a:ext>
            </a:extLst>
          </p:cNvPr>
          <p:cNvGrpSpPr/>
          <p:nvPr/>
        </p:nvGrpSpPr>
        <p:grpSpPr>
          <a:xfrm>
            <a:off x="2992469" y="2149913"/>
            <a:ext cx="409863" cy="1129618"/>
            <a:chOff x="9171694" y="1387936"/>
            <a:chExt cx="658375" cy="2743694"/>
          </a:xfrm>
        </p:grpSpPr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42C80D9-3D30-7928-94CD-71E39B0B6A1D}"/>
                </a:ext>
              </a:extLst>
            </p:cNvPr>
            <p:cNvSpPr/>
            <p:nvPr/>
          </p:nvSpPr>
          <p:spPr>
            <a:xfrm>
              <a:off x="9500882" y="1387936"/>
              <a:ext cx="4547" cy="411553"/>
            </a:xfrm>
            <a:custGeom>
              <a:avLst/>
              <a:gdLst>
                <a:gd name="csX0" fmla="*/ -1147 w 8040"/>
                <a:gd name="csY0" fmla="*/ -222 h 564621"/>
                <a:gd name="csX1" fmla="*/ -1147 w 8040"/>
                <a:gd name="csY1" fmla="*/ 564399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222"/>
                  </a:moveTo>
                  <a:lnTo>
                    <a:pt x="-1147" y="564399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53A1EA00-998D-52EC-AF1A-7E1D58BFB228}"/>
                </a:ext>
              </a:extLst>
            </p:cNvPr>
            <p:cNvSpPr/>
            <p:nvPr/>
          </p:nvSpPr>
          <p:spPr>
            <a:xfrm>
              <a:off x="9171694" y="1799488"/>
              <a:ext cx="658375" cy="1920588"/>
            </a:xfrm>
            <a:custGeom>
              <a:avLst/>
              <a:gdLst>
                <a:gd name="csX0" fmla="*/ 580975 w 1164244"/>
                <a:gd name="csY0" fmla="*/ -479 h 2634911"/>
                <a:gd name="csX1" fmla="*/ -1147 w 1164244"/>
                <a:gd name="csY1" fmla="*/ 77017 h 2634911"/>
                <a:gd name="csX2" fmla="*/ 1163097 w 1164244"/>
                <a:gd name="csY2" fmla="*/ 232011 h 2634911"/>
                <a:gd name="csX3" fmla="*/ -1147 w 1164244"/>
                <a:gd name="csY3" fmla="*/ 387009 h 2634911"/>
                <a:gd name="csX4" fmla="*/ 1163097 w 1164244"/>
                <a:gd name="csY4" fmla="*/ 542002 h 2634911"/>
                <a:gd name="csX5" fmla="*/ -1147 w 1164244"/>
                <a:gd name="csY5" fmla="*/ 696996 h 2634911"/>
                <a:gd name="csX6" fmla="*/ 1163097 w 1164244"/>
                <a:gd name="csY6" fmla="*/ 851990 h 2634911"/>
                <a:gd name="csX7" fmla="*/ -1147 w 1164244"/>
                <a:gd name="csY7" fmla="*/ 1006984 h 2634911"/>
                <a:gd name="csX8" fmla="*/ 1163097 w 1164244"/>
                <a:gd name="csY8" fmla="*/ 1161978 h 2634911"/>
                <a:gd name="csX9" fmla="*/ -1147 w 1164244"/>
                <a:gd name="csY9" fmla="*/ 1316971 h 2634911"/>
                <a:gd name="csX10" fmla="*/ 1163097 w 1164244"/>
                <a:gd name="csY10" fmla="*/ 1471965 h 2634911"/>
                <a:gd name="csX11" fmla="*/ -1147 w 1164244"/>
                <a:gd name="csY11" fmla="*/ 1626959 h 2634911"/>
                <a:gd name="csX12" fmla="*/ 1163097 w 1164244"/>
                <a:gd name="csY12" fmla="*/ 1781953 h 2634911"/>
                <a:gd name="csX13" fmla="*/ -1147 w 1164244"/>
                <a:gd name="csY13" fmla="*/ 1936946 h 2634911"/>
                <a:gd name="csX14" fmla="*/ 1163097 w 1164244"/>
                <a:gd name="csY14" fmla="*/ 2091940 h 2634911"/>
                <a:gd name="csX15" fmla="*/ -1147 w 1164244"/>
                <a:gd name="csY15" fmla="*/ 2246948 h 2634911"/>
                <a:gd name="csX16" fmla="*/ 1163097 w 1164244"/>
                <a:gd name="csY16" fmla="*/ 2401921 h 2634911"/>
                <a:gd name="csX17" fmla="*/ -1147 w 1164244"/>
                <a:gd name="csY17" fmla="*/ 2556928 h 2634911"/>
                <a:gd name="csX18" fmla="*/ 580975 w 1164244"/>
                <a:gd name="csY18" fmla="*/ 2634433 h 2634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164244" h="2634911">
                  <a:moveTo>
                    <a:pt x="580975" y="-479"/>
                  </a:moveTo>
                  <a:lnTo>
                    <a:pt x="-1147" y="77017"/>
                  </a:lnTo>
                  <a:lnTo>
                    <a:pt x="1163097" y="232011"/>
                  </a:lnTo>
                  <a:lnTo>
                    <a:pt x="-1147" y="387009"/>
                  </a:lnTo>
                  <a:lnTo>
                    <a:pt x="1163097" y="542002"/>
                  </a:lnTo>
                  <a:lnTo>
                    <a:pt x="-1147" y="696996"/>
                  </a:lnTo>
                  <a:lnTo>
                    <a:pt x="1163097" y="851990"/>
                  </a:lnTo>
                  <a:lnTo>
                    <a:pt x="-1147" y="1006984"/>
                  </a:lnTo>
                  <a:lnTo>
                    <a:pt x="1163097" y="1161978"/>
                  </a:lnTo>
                  <a:lnTo>
                    <a:pt x="-1147" y="1316971"/>
                  </a:lnTo>
                  <a:lnTo>
                    <a:pt x="1163097" y="1471965"/>
                  </a:lnTo>
                  <a:lnTo>
                    <a:pt x="-1147" y="1626959"/>
                  </a:lnTo>
                  <a:lnTo>
                    <a:pt x="1163097" y="1781953"/>
                  </a:lnTo>
                  <a:lnTo>
                    <a:pt x="-1147" y="1936946"/>
                  </a:lnTo>
                  <a:lnTo>
                    <a:pt x="1163097" y="2091940"/>
                  </a:lnTo>
                  <a:lnTo>
                    <a:pt x="-1147" y="2246948"/>
                  </a:lnTo>
                  <a:lnTo>
                    <a:pt x="1163097" y="2401921"/>
                  </a:lnTo>
                  <a:lnTo>
                    <a:pt x="-1147" y="2556928"/>
                  </a:lnTo>
                  <a:lnTo>
                    <a:pt x="580975" y="2634433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768C1150-2127-F004-2006-4C52D2D37C4C}"/>
                </a:ext>
              </a:extLst>
            </p:cNvPr>
            <p:cNvSpPr/>
            <p:nvPr/>
          </p:nvSpPr>
          <p:spPr>
            <a:xfrm>
              <a:off x="9500882" y="3720077"/>
              <a:ext cx="4547" cy="411553"/>
            </a:xfrm>
            <a:custGeom>
              <a:avLst/>
              <a:gdLst>
                <a:gd name="csX0" fmla="*/ -1147 w 8040"/>
                <a:gd name="csY0" fmla="*/ -737 h 564621"/>
                <a:gd name="csX1" fmla="*/ -1147 w 8040"/>
                <a:gd name="csY1" fmla="*/ 563885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737"/>
                  </a:moveTo>
                  <a:lnTo>
                    <a:pt x="-1147" y="563885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6AC595E2-716D-F037-C9D0-4164A3282489}"/>
              </a:ext>
            </a:extLst>
          </p:cNvPr>
          <p:cNvSpPr/>
          <p:nvPr/>
        </p:nvSpPr>
        <p:spPr>
          <a:xfrm>
            <a:off x="2474622" y="1894113"/>
            <a:ext cx="1460086" cy="2558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4B585F-06B7-B1C9-5E2E-D0A8F35C9386}"/>
              </a:ext>
            </a:extLst>
          </p:cNvPr>
          <p:cNvSpPr/>
          <p:nvPr/>
        </p:nvSpPr>
        <p:spPr>
          <a:xfrm>
            <a:off x="3934709" y="1894113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56FEC-6A86-921A-7736-1F6152D329B0}"/>
              </a:ext>
            </a:extLst>
          </p:cNvPr>
          <p:cNvSpPr/>
          <p:nvPr/>
        </p:nvSpPr>
        <p:spPr>
          <a:xfrm>
            <a:off x="2283726" y="1894113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9CC67A2-E828-5AD7-0E0F-4D7805F5F760}"/>
              </a:ext>
            </a:extLst>
          </p:cNvPr>
          <p:cNvCxnSpPr>
            <a:cxnSpLocks/>
          </p:cNvCxnSpPr>
          <p:nvPr/>
        </p:nvCxnSpPr>
        <p:spPr>
          <a:xfrm flipV="1">
            <a:off x="2474622" y="2149928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8FC867B-7A3F-D371-79C3-1D73B3E9506F}"/>
              </a:ext>
            </a:extLst>
          </p:cNvPr>
          <p:cNvCxnSpPr>
            <a:cxnSpLocks/>
          </p:cNvCxnSpPr>
          <p:nvPr/>
        </p:nvCxnSpPr>
        <p:spPr>
          <a:xfrm flipV="1">
            <a:off x="3915494" y="2149928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DC406BF-C8DE-6859-6BFC-70E133490BCD}"/>
              </a:ext>
            </a:extLst>
          </p:cNvPr>
          <p:cNvCxnSpPr>
            <a:cxnSpLocks/>
          </p:cNvCxnSpPr>
          <p:nvPr/>
        </p:nvCxnSpPr>
        <p:spPr>
          <a:xfrm flipH="1">
            <a:off x="2474622" y="2149928"/>
            <a:ext cx="144087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5336F0C9-769A-992F-5895-B94AB3E6D5A3}"/>
              </a:ext>
            </a:extLst>
          </p:cNvPr>
          <p:cNvGrpSpPr/>
          <p:nvPr/>
        </p:nvGrpSpPr>
        <p:grpSpPr>
          <a:xfrm>
            <a:off x="2541099" y="3279556"/>
            <a:ext cx="1297568" cy="951808"/>
            <a:chOff x="5641320" y="3264188"/>
            <a:chExt cx="1297568" cy="95180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01FE2FC-7C4F-90DD-6C9F-FD8554CB6CCE}"/>
                </a:ext>
              </a:extLst>
            </p:cNvPr>
            <p:cNvSpPr/>
            <p:nvPr/>
          </p:nvSpPr>
          <p:spPr>
            <a:xfrm>
              <a:off x="5641320" y="3264188"/>
              <a:ext cx="1297568" cy="951808"/>
            </a:xfrm>
            <a:prstGeom prst="rect">
              <a:avLst/>
            </a:prstGeom>
            <a:solidFill>
              <a:srgbClr val="D9D9FF"/>
            </a:solidFill>
            <a:ln w="57150"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5B581A85-0E7D-9AA9-5970-835C87A7B8BD}"/>
                    </a:ext>
                  </a:extLst>
                </p:cNvPr>
                <p:cNvSpPr txBox="1"/>
                <p:nvPr/>
              </p:nvSpPr>
              <p:spPr>
                <a:xfrm>
                  <a:off x="5983054" y="3416761"/>
                  <a:ext cx="6196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US" sz="3200" b="0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5B581A85-0E7D-9AA9-5970-835C87A7B8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054" y="3416761"/>
                  <a:ext cx="619657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EE11BE4-5AA1-226E-1A17-6E3682964F60}"/>
              </a:ext>
            </a:extLst>
          </p:cNvPr>
          <p:cNvCxnSpPr>
            <a:cxnSpLocks/>
          </p:cNvCxnSpPr>
          <p:nvPr/>
        </p:nvCxnSpPr>
        <p:spPr>
          <a:xfrm>
            <a:off x="1759398" y="3286688"/>
            <a:ext cx="0" cy="908351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B98E8906-A362-90B4-B084-A6AF5EDFBFBB}"/>
                  </a:ext>
                </a:extLst>
              </p:cNvPr>
              <p:cNvSpPr txBox="1"/>
              <p:nvPr/>
            </p:nvSpPr>
            <p:spPr>
              <a:xfrm>
                <a:off x="1189841" y="3383962"/>
                <a:ext cx="50424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B98E8906-A362-90B4-B084-A6AF5EDFB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9841" y="3383962"/>
                <a:ext cx="50424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D3A202C-461C-34C1-479E-8AF90F1E8B96}"/>
              </a:ext>
            </a:extLst>
          </p:cNvPr>
          <p:cNvCxnSpPr>
            <a:cxnSpLocks/>
          </p:cNvCxnSpPr>
          <p:nvPr/>
        </p:nvCxnSpPr>
        <p:spPr>
          <a:xfrm>
            <a:off x="1576518" y="2149912"/>
            <a:ext cx="3657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15A832C7-18A5-4FE0-4FBE-666CFF9C5F1B}"/>
              </a:ext>
            </a:extLst>
          </p:cNvPr>
          <p:cNvCxnSpPr>
            <a:cxnSpLocks/>
          </p:cNvCxnSpPr>
          <p:nvPr/>
        </p:nvCxnSpPr>
        <p:spPr>
          <a:xfrm>
            <a:off x="1764214" y="2149912"/>
            <a:ext cx="0" cy="1129603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5BDBF6-90B2-C881-CF19-9EE9B0DB826C}"/>
                  </a:ext>
                </a:extLst>
              </p:cNvPr>
              <p:cNvSpPr txBox="1"/>
              <p:nvPr/>
            </p:nvSpPr>
            <p:spPr>
              <a:xfrm>
                <a:off x="1184449" y="2466508"/>
                <a:ext cx="49443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5BDBF6-90B2-C881-CF19-9EE9B0DB8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449" y="2466508"/>
                <a:ext cx="49443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CFC1D66-C387-2D4B-BA29-8363263B5BBA}"/>
              </a:ext>
            </a:extLst>
          </p:cNvPr>
          <p:cNvCxnSpPr>
            <a:cxnSpLocks/>
          </p:cNvCxnSpPr>
          <p:nvPr/>
        </p:nvCxnSpPr>
        <p:spPr>
          <a:xfrm>
            <a:off x="1576518" y="3280273"/>
            <a:ext cx="3657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0DA8AD53-12C1-89CD-EFB7-10E91DD38751}"/>
                  </a:ext>
                </a:extLst>
              </p:cNvPr>
              <p:cNvSpPr txBox="1"/>
              <p:nvPr/>
            </p:nvSpPr>
            <p:spPr>
              <a:xfrm>
                <a:off x="2572312" y="4239675"/>
                <a:ext cx="126470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0DA8AD53-12C1-89CD-EFB7-10E91DD38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2312" y="4239675"/>
                <a:ext cx="1264705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578B9119-EC1C-1EFD-A94B-6F6C227E5A6A}"/>
                  </a:ext>
                </a:extLst>
              </p:cNvPr>
              <p:cNvSpPr txBox="1"/>
              <p:nvPr/>
            </p:nvSpPr>
            <p:spPr>
              <a:xfrm>
                <a:off x="2588211" y="1169766"/>
                <a:ext cx="12033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578B9119-EC1C-1EFD-A94B-6F6C227E5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8211" y="1169766"/>
                <a:ext cx="1203343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D9FE292-784B-D038-55EA-4FBB50B2F86E}"/>
              </a:ext>
            </a:extLst>
          </p:cNvPr>
          <p:cNvGrpSpPr/>
          <p:nvPr/>
        </p:nvGrpSpPr>
        <p:grpSpPr>
          <a:xfrm>
            <a:off x="6351635" y="2149896"/>
            <a:ext cx="409893" cy="1630783"/>
            <a:chOff x="9171694" y="1387936"/>
            <a:chExt cx="658375" cy="2743694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37667E2B-9121-3843-ACC0-B1CC6F38CE4E}"/>
                </a:ext>
              </a:extLst>
            </p:cNvPr>
            <p:cNvSpPr/>
            <p:nvPr/>
          </p:nvSpPr>
          <p:spPr>
            <a:xfrm>
              <a:off x="9500882" y="1387936"/>
              <a:ext cx="4547" cy="411553"/>
            </a:xfrm>
            <a:custGeom>
              <a:avLst/>
              <a:gdLst>
                <a:gd name="csX0" fmla="*/ -1147 w 8040"/>
                <a:gd name="csY0" fmla="*/ -222 h 564621"/>
                <a:gd name="csX1" fmla="*/ -1147 w 8040"/>
                <a:gd name="csY1" fmla="*/ 564399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222"/>
                  </a:moveTo>
                  <a:lnTo>
                    <a:pt x="-1147" y="564399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39EA9B7-E542-B8D3-5DE9-148705E496EB}"/>
                </a:ext>
              </a:extLst>
            </p:cNvPr>
            <p:cNvSpPr/>
            <p:nvPr/>
          </p:nvSpPr>
          <p:spPr>
            <a:xfrm>
              <a:off x="9171694" y="1799488"/>
              <a:ext cx="658375" cy="1920588"/>
            </a:xfrm>
            <a:custGeom>
              <a:avLst/>
              <a:gdLst>
                <a:gd name="csX0" fmla="*/ 580975 w 1164244"/>
                <a:gd name="csY0" fmla="*/ -479 h 2634911"/>
                <a:gd name="csX1" fmla="*/ -1147 w 1164244"/>
                <a:gd name="csY1" fmla="*/ 77017 h 2634911"/>
                <a:gd name="csX2" fmla="*/ 1163097 w 1164244"/>
                <a:gd name="csY2" fmla="*/ 232011 h 2634911"/>
                <a:gd name="csX3" fmla="*/ -1147 w 1164244"/>
                <a:gd name="csY3" fmla="*/ 387009 h 2634911"/>
                <a:gd name="csX4" fmla="*/ 1163097 w 1164244"/>
                <a:gd name="csY4" fmla="*/ 542002 h 2634911"/>
                <a:gd name="csX5" fmla="*/ -1147 w 1164244"/>
                <a:gd name="csY5" fmla="*/ 696996 h 2634911"/>
                <a:gd name="csX6" fmla="*/ 1163097 w 1164244"/>
                <a:gd name="csY6" fmla="*/ 851990 h 2634911"/>
                <a:gd name="csX7" fmla="*/ -1147 w 1164244"/>
                <a:gd name="csY7" fmla="*/ 1006984 h 2634911"/>
                <a:gd name="csX8" fmla="*/ 1163097 w 1164244"/>
                <a:gd name="csY8" fmla="*/ 1161978 h 2634911"/>
                <a:gd name="csX9" fmla="*/ -1147 w 1164244"/>
                <a:gd name="csY9" fmla="*/ 1316971 h 2634911"/>
                <a:gd name="csX10" fmla="*/ 1163097 w 1164244"/>
                <a:gd name="csY10" fmla="*/ 1471965 h 2634911"/>
                <a:gd name="csX11" fmla="*/ -1147 w 1164244"/>
                <a:gd name="csY11" fmla="*/ 1626959 h 2634911"/>
                <a:gd name="csX12" fmla="*/ 1163097 w 1164244"/>
                <a:gd name="csY12" fmla="*/ 1781953 h 2634911"/>
                <a:gd name="csX13" fmla="*/ -1147 w 1164244"/>
                <a:gd name="csY13" fmla="*/ 1936946 h 2634911"/>
                <a:gd name="csX14" fmla="*/ 1163097 w 1164244"/>
                <a:gd name="csY14" fmla="*/ 2091940 h 2634911"/>
                <a:gd name="csX15" fmla="*/ -1147 w 1164244"/>
                <a:gd name="csY15" fmla="*/ 2246948 h 2634911"/>
                <a:gd name="csX16" fmla="*/ 1163097 w 1164244"/>
                <a:gd name="csY16" fmla="*/ 2401921 h 2634911"/>
                <a:gd name="csX17" fmla="*/ -1147 w 1164244"/>
                <a:gd name="csY17" fmla="*/ 2556928 h 2634911"/>
                <a:gd name="csX18" fmla="*/ 580975 w 1164244"/>
                <a:gd name="csY18" fmla="*/ 2634433 h 2634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164244" h="2634911">
                  <a:moveTo>
                    <a:pt x="580975" y="-479"/>
                  </a:moveTo>
                  <a:lnTo>
                    <a:pt x="-1147" y="77017"/>
                  </a:lnTo>
                  <a:lnTo>
                    <a:pt x="1163097" y="232011"/>
                  </a:lnTo>
                  <a:lnTo>
                    <a:pt x="-1147" y="387009"/>
                  </a:lnTo>
                  <a:lnTo>
                    <a:pt x="1163097" y="542002"/>
                  </a:lnTo>
                  <a:lnTo>
                    <a:pt x="-1147" y="696996"/>
                  </a:lnTo>
                  <a:lnTo>
                    <a:pt x="1163097" y="851990"/>
                  </a:lnTo>
                  <a:lnTo>
                    <a:pt x="-1147" y="1006984"/>
                  </a:lnTo>
                  <a:lnTo>
                    <a:pt x="1163097" y="1161978"/>
                  </a:lnTo>
                  <a:lnTo>
                    <a:pt x="-1147" y="1316971"/>
                  </a:lnTo>
                  <a:lnTo>
                    <a:pt x="1163097" y="1471965"/>
                  </a:lnTo>
                  <a:lnTo>
                    <a:pt x="-1147" y="1626959"/>
                  </a:lnTo>
                  <a:lnTo>
                    <a:pt x="1163097" y="1781953"/>
                  </a:lnTo>
                  <a:lnTo>
                    <a:pt x="-1147" y="1936946"/>
                  </a:lnTo>
                  <a:lnTo>
                    <a:pt x="1163097" y="2091940"/>
                  </a:lnTo>
                  <a:lnTo>
                    <a:pt x="-1147" y="2246948"/>
                  </a:lnTo>
                  <a:lnTo>
                    <a:pt x="1163097" y="2401921"/>
                  </a:lnTo>
                  <a:lnTo>
                    <a:pt x="-1147" y="2556928"/>
                  </a:lnTo>
                  <a:lnTo>
                    <a:pt x="580975" y="2634433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13FB27F-85D1-F1E0-D866-4E197637DB39}"/>
                </a:ext>
              </a:extLst>
            </p:cNvPr>
            <p:cNvSpPr/>
            <p:nvPr/>
          </p:nvSpPr>
          <p:spPr>
            <a:xfrm>
              <a:off x="9500882" y="3720077"/>
              <a:ext cx="4547" cy="411553"/>
            </a:xfrm>
            <a:custGeom>
              <a:avLst/>
              <a:gdLst>
                <a:gd name="csX0" fmla="*/ -1147 w 8040"/>
                <a:gd name="csY0" fmla="*/ -737 h 564621"/>
                <a:gd name="csX1" fmla="*/ -1147 w 8040"/>
                <a:gd name="csY1" fmla="*/ 563885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737"/>
                  </a:moveTo>
                  <a:lnTo>
                    <a:pt x="-1147" y="563885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" name="Rectangle 121">
            <a:extLst>
              <a:ext uri="{FF2B5EF4-FFF2-40B4-BE49-F238E27FC236}">
                <a16:creationId xmlns:a16="http://schemas.microsoft.com/office/drawing/2014/main" id="{7BDBB9A4-9666-36D4-3A2F-D2237DEF616D}"/>
              </a:ext>
            </a:extLst>
          </p:cNvPr>
          <p:cNvSpPr/>
          <p:nvPr/>
        </p:nvSpPr>
        <p:spPr>
          <a:xfrm>
            <a:off x="5833788" y="1894097"/>
            <a:ext cx="1460086" cy="2558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FB40BAC-E779-0654-298F-840406A5941B}"/>
              </a:ext>
            </a:extLst>
          </p:cNvPr>
          <p:cNvSpPr/>
          <p:nvPr/>
        </p:nvSpPr>
        <p:spPr>
          <a:xfrm>
            <a:off x="7293875" y="1894097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633F53B-5633-5A43-4459-B2334FFAA1C1}"/>
              </a:ext>
            </a:extLst>
          </p:cNvPr>
          <p:cNvSpPr/>
          <p:nvPr/>
        </p:nvSpPr>
        <p:spPr>
          <a:xfrm>
            <a:off x="5642892" y="1894097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64C626C-21A1-80FF-DE69-08FBC16DA43A}"/>
              </a:ext>
            </a:extLst>
          </p:cNvPr>
          <p:cNvCxnSpPr>
            <a:cxnSpLocks/>
          </p:cNvCxnSpPr>
          <p:nvPr/>
        </p:nvCxnSpPr>
        <p:spPr>
          <a:xfrm flipV="1">
            <a:off x="5833788" y="2149912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47C75F2-4E75-231A-50FA-86658C143C3E}"/>
              </a:ext>
            </a:extLst>
          </p:cNvPr>
          <p:cNvCxnSpPr>
            <a:cxnSpLocks/>
          </p:cNvCxnSpPr>
          <p:nvPr/>
        </p:nvCxnSpPr>
        <p:spPr>
          <a:xfrm flipV="1">
            <a:off x="7274660" y="2149912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963CA2EB-5E5C-E7DF-8DE5-7E914389D00E}"/>
              </a:ext>
            </a:extLst>
          </p:cNvPr>
          <p:cNvCxnSpPr>
            <a:cxnSpLocks/>
          </p:cNvCxnSpPr>
          <p:nvPr/>
        </p:nvCxnSpPr>
        <p:spPr>
          <a:xfrm flipH="1">
            <a:off x="5833788" y="2149912"/>
            <a:ext cx="144087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425662E-A564-335D-578C-7EE35C497BCD}"/>
              </a:ext>
            </a:extLst>
          </p:cNvPr>
          <p:cNvGrpSpPr/>
          <p:nvPr/>
        </p:nvGrpSpPr>
        <p:grpSpPr>
          <a:xfrm>
            <a:off x="5900265" y="3780701"/>
            <a:ext cx="1297568" cy="951808"/>
            <a:chOff x="5641320" y="3264188"/>
            <a:chExt cx="1297568" cy="951808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88CCD84-CD4A-11FB-8EA5-FB86BA9FBD9D}"/>
                </a:ext>
              </a:extLst>
            </p:cNvPr>
            <p:cNvSpPr/>
            <p:nvPr/>
          </p:nvSpPr>
          <p:spPr>
            <a:xfrm>
              <a:off x="5641320" y="3264188"/>
              <a:ext cx="1297568" cy="951808"/>
            </a:xfrm>
            <a:prstGeom prst="rect">
              <a:avLst/>
            </a:prstGeom>
            <a:solidFill>
              <a:srgbClr val="D9D9FF"/>
            </a:solidFill>
            <a:ln w="57150"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9D1238A-E04D-DF3A-4F86-00A41909158E}"/>
                    </a:ext>
                  </a:extLst>
                </p:cNvPr>
                <p:cNvSpPr txBox="1"/>
                <p:nvPr/>
              </p:nvSpPr>
              <p:spPr>
                <a:xfrm>
                  <a:off x="5983054" y="3416761"/>
                  <a:ext cx="6196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US" sz="3200" b="0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9D1238A-E04D-DF3A-4F86-00A4190915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054" y="3416761"/>
                  <a:ext cx="619657" cy="58477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06FF7E09-A6C3-08DD-2D5A-32ACF8003695}"/>
              </a:ext>
            </a:extLst>
          </p:cNvPr>
          <p:cNvCxnSpPr>
            <a:cxnSpLocks/>
          </p:cNvCxnSpPr>
          <p:nvPr/>
        </p:nvCxnSpPr>
        <p:spPr>
          <a:xfrm>
            <a:off x="5118564" y="3286672"/>
            <a:ext cx="4816" cy="4940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C4F7D790-90F7-29B7-01CE-68EDBBB361BF}"/>
                  </a:ext>
                </a:extLst>
              </p:cNvPr>
              <p:cNvSpPr txBox="1"/>
              <p:nvPr/>
            </p:nvSpPr>
            <p:spPr>
              <a:xfrm>
                <a:off x="4358516" y="3154051"/>
                <a:ext cx="67499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C4F7D790-90F7-29B7-01CE-68EDBBB36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8516" y="3154051"/>
                <a:ext cx="674992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D2937DE7-3798-CCE9-5C05-1961287C0EE9}"/>
              </a:ext>
            </a:extLst>
          </p:cNvPr>
          <p:cNvCxnSpPr>
            <a:cxnSpLocks/>
          </p:cNvCxnSpPr>
          <p:nvPr/>
        </p:nvCxnSpPr>
        <p:spPr>
          <a:xfrm>
            <a:off x="4935684" y="3279499"/>
            <a:ext cx="3657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0A7A237-A09C-3BD2-515D-4055CCB02F42}"/>
                  </a:ext>
                </a:extLst>
              </p:cNvPr>
              <p:cNvSpPr txBox="1"/>
              <p:nvPr/>
            </p:nvSpPr>
            <p:spPr>
              <a:xfrm>
                <a:off x="5866383" y="4944920"/>
                <a:ext cx="67704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0A7A237-A09C-3BD2-515D-4055CCB02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383" y="4944920"/>
                <a:ext cx="677045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BB1FC4E-EDBD-CE99-4166-9845466E12AB}"/>
                  </a:ext>
                </a:extLst>
              </p:cNvPr>
              <p:cNvSpPr txBox="1"/>
              <p:nvPr/>
            </p:nvSpPr>
            <p:spPr>
              <a:xfrm>
                <a:off x="5947377" y="1169750"/>
                <a:ext cx="120173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0BB1FC4E-EDBD-CE99-4166-9845466E12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377" y="1169750"/>
                <a:ext cx="1201739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26D0FD01-5B7E-2D20-8F7B-BFD067EC7EA6}"/>
              </a:ext>
            </a:extLst>
          </p:cNvPr>
          <p:cNvCxnSpPr>
            <a:cxnSpLocks/>
          </p:cNvCxnSpPr>
          <p:nvPr/>
        </p:nvCxnSpPr>
        <p:spPr>
          <a:xfrm>
            <a:off x="6543430" y="4824450"/>
            <a:ext cx="4816" cy="4940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0D0F4B7E-F72D-8C6C-3E04-31E283932D7C}"/>
              </a:ext>
            </a:extLst>
          </p:cNvPr>
          <p:cNvGrpSpPr/>
          <p:nvPr/>
        </p:nvGrpSpPr>
        <p:grpSpPr>
          <a:xfrm>
            <a:off x="9649839" y="2149896"/>
            <a:ext cx="409893" cy="1950104"/>
            <a:chOff x="9171694" y="1387936"/>
            <a:chExt cx="658375" cy="2743694"/>
          </a:xfrm>
        </p:grpSpPr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DCC6A8B5-9C16-75B8-4F1B-73624D6AF0C6}"/>
                </a:ext>
              </a:extLst>
            </p:cNvPr>
            <p:cNvSpPr/>
            <p:nvPr/>
          </p:nvSpPr>
          <p:spPr>
            <a:xfrm>
              <a:off x="9500882" y="1387936"/>
              <a:ext cx="4547" cy="411553"/>
            </a:xfrm>
            <a:custGeom>
              <a:avLst/>
              <a:gdLst>
                <a:gd name="csX0" fmla="*/ -1147 w 8040"/>
                <a:gd name="csY0" fmla="*/ -222 h 564621"/>
                <a:gd name="csX1" fmla="*/ -1147 w 8040"/>
                <a:gd name="csY1" fmla="*/ 564399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222"/>
                  </a:moveTo>
                  <a:lnTo>
                    <a:pt x="-1147" y="564399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75C6F5A9-845F-6294-6A47-88C0BBA49256}"/>
                </a:ext>
              </a:extLst>
            </p:cNvPr>
            <p:cNvSpPr/>
            <p:nvPr/>
          </p:nvSpPr>
          <p:spPr>
            <a:xfrm>
              <a:off x="9171694" y="1799488"/>
              <a:ext cx="658375" cy="1920588"/>
            </a:xfrm>
            <a:custGeom>
              <a:avLst/>
              <a:gdLst>
                <a:gd name="csX0" fmla="*/ 580975 w 1164244"/>
                <a:gd name="csY0" fmla="*/ -479 h 2634911"/>
                <a:gd name="csX1" fmla="*/ -1147 w 1164244"/>
                <a:gd name="csY1" fmla="*/ 77017 h 2634911"/>
                <a:gd name="csX2" fmla="*/ 1163097 w 1164244"/>
                <a:gd name="csY2" fmla="*/ 232011 h 2634911"/>
                <a:gd name="csX3" fmla="*/ -1147 w 1164244"/>
                <a:gd name="csY3" fmla="*/ 387009 h 2634911"/>
                <a:gd name="csX4" fmla="*/ 1163097 w 1164244"/>
                <a:gd name="csY4" fmla="*/ 542002 h 2634911"/>
                <a:gd name="csX5" fmla="*/ -1147 w 1164244"/>
                <a:gd name="csY5" fmla="*/ 696996 h 2634911"/>
                <a:gd name="csX6" fmla="*/ 1163097 w 1164244"/>
                <a:gd name="csY6" fmla="*/ 851990 h 2634911"/>
                <a:gd name="csX7" fmla="*/ -1147 w 1164244"/>
                <a:gd name="csY7" fmla="*/ 1006984 h 2634911"/>
                <a:gd name="csX8" fmla="*/ 1163097 w 1164244"/>
                <a:gd name="csY8" fmla="*/ 1161978 h 2634911"/>
                <a:gd name="csX9" fmla="*/ -1147 w 1164244"/>
                <a:gd name="csY9" fmla="*/ 1316971 h 2634911"/>
                <a:gd name="csX10" fmla="*/ 1163097 w 1164244"/>
                <a:gd name="csY10" fmla="*/ 1471965 h 2634911"/>
                <a:gd name="csX11" fmla="*/ -1147 w 1164244"/>
                <a:gd name="csY11" fmla="*/ 1626959 h 2634911"/>
                <a:gd name="csX12" fmla="*/ 1163097 w 1164244"/>
                <a:gd name="csY12" fmla="*/ 1781953 h 2634911"/>
                <a:gd name="csX13" fmla="*/ -1147 w 1164244"/>
                <a:gd name="csY13" fmla="*/ 1936946 h 2634911"/>
                <a:gd name="csX14" fmla="*/ 1163097 w 1164244"/>
                <a:gd name="csY14" fmla="*/ 2091940 h 2634911"/>
                <a:gd name="csX15" fmla="*/ -1147 w 1164244"/>
                <a:gd name="csY15" fmla="*/ 2246948 h 2634911"/>
                <a:gd name="csX16" fmla="*/ 1163097 w 1164244"/>
                <a:gd name="csY16" fmla="*/ 2401921 h 2634911"/>
                <a:gd name="csX17" fmla="*/ -1147 w 1164244"/>
                <a:gd name="csY17" fmla="*/ 2556928 h 2634911"/>
                <a:gd name="csX18" fmla="*/ 580975 w 1164244"/>
                <a:gd name="csY18" fmla="*/ 2634433 h 2634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164244" h="2634911">
                  <a:moveTo>
                    <a:pt x="580975" y="-479"/>
                  </a:moveTo>
                  <a:lnTo>
                    <a:pt x="-1147" y="77017"/>
                  </a:lnTo>
                  <a:lnTo>
                    <a:pt x="1163097" y="232011"/>
                  </a:lnTo>
                  <a:lnTo>
                    <a:pt x="-1147" y="387009"/>
                  </a:lnTo>
                  <a:lnTo>
                    <a:pt x="1163097" y="542002"/>
                  </a:lnTo>
                  <a:lnTo>
                    <a:pt x="-1147" y="696996"/>
                  </a:lnTo>
                  <a:lnTo>
                    <a:pt x="1163097" y="851990"/>
                  </a:lnTo>
                  <a:lnTo>
                    <a:pt x="-1147" y="1006984"/>
                  </a:lnTo>
                  <a:lnTo>
                    <a:pt x="1163097" y="1161978"/>
                  </a:lnTo>
                  <a:lnTo>
                    <a:pt x="-1147" y="1316971"/>
                  </a:lnTo>
                  <a:lnTo>
                    <a:pt x="1163097" y="1471965"/>
                  </a:lnTo>
                  <a:lnTo>
                    <a:pt x="-1147" y="1626959"/>
                  </a:lnTo>
                  <a:lnTo>
                    <a:pt x="1163097" y="1781953"/>
                  </a:lnTo>
                  <a:lnTo>
                    <a:pt x="-1147" y="1936946"/>
                  </a:lnTo>
                  <a:lnTo>
                    <a:pt x="1163097" y="2091940"/>
                  </a:lnTo>
                  <a:lnTo>
                    <a:pt x="-1147" y="2246948"/>
                  </a:lnTo>
                  <a:lnTo>
                    <a:pt x="1163097" y="2401921"/>
                  </a:lnTo>
                  <a:lnTo>
                    <a:pt x="-1147" y="2556928"/>
                  </a:lnTo>
                  <a:lnTo>
                    <a:pt x="580975" y="2634433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561032B-F754-1B25-C1B8-DD0A09C807E2}"/>
                </a:ext>
              </a:extLst>
            </p:cNvPr>
            <p:cNvSpPr/>
            <p:nvPr/>
          </p:nvSpPr>
          <p:spPr>
            <a:xfrm>
              <a:off x="9500882" y="3720077"/>
              <a:ext cx="4547" cy="411553"/>
            </a:xfrm>
            <a:custGeom>
              <a:avLst/>
              <a:gdLst>
                <a:gd name="csX0" fmla="*/ -1147 w 8040"/>
                <a:gd name="csY0" fmla="*/ -737 h 564621"/>
                <a:gd name="csX1" fmla="*/ -1147 w 8040"/>
                <a:gd name="csY1" fmla="*/ 563885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737"/>
                  </a:moveTo>
                  <a:lnTo>
                    <a:pt x="-1147" y="563885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9F9FB58-0E0A-027C-FAEB-9D6C1C6D479F}"/>
              </a:ext>
            </a:extLst>
          </p:cNvPr>
          <p:cNvSpPr/>
          <p:nvPr/>
        </p:nvSpPr>
        <p:spPr>
          <a:xfrm>
            <a:off x="9131992" y="1894097"/>
            <a:ext cx="1460086" cy="2558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69877BCF-8061-0910-65C6-22881EED7EDB}"/>
              </a:ext>
            </a:extLst>
          </p:cNvPr>
          <p:cNvSpPr/>
          <p:nvPr/>
        </p:nvSpPr>
        <p:spPr>
          <a:xfrm>
            <a:off x="10592079" y="1894097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04F3638-F74C-7263-9533-0544FFDE1A4E}"/>
              </a:ext>
            </a:extLst>
          </p:cNvPr>
          <p:cNvSpPr/>
          <p:nvPr/>
        </p:nvSpPr>
        <p:spPr>
          <a:xfrm>
            <a:off x="8941096" y="1894097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62F8654-0BE5-6C49-DAD7-A726619A6193}"/>
              </a:ext>
            </a:extLst>
          </p:cNvPr>
          <p:cNvCxnSpPr>
            <a:cxnSpLocks/>
          </p:cNvCxnSpPr>
          <p:nvPr/>
        </p:nvCxnSpPr>
        <p:spPr>
          <a:xfrm flipV="1">
            <a:off x="9131992" y="2149912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2FF00E7C-84C6-5714-E148-375A5DB0E3D7}"/>
              </a:ext>
            </a:extLst>
          </p:cNvPr>
          <p:cNvCxnSpPr>
            <a:cxnSpLocks/>
          </p:cNvCxnSpPr>
          <p:nvPr/>
        </p:nvCxnSpPr>
        <p:spPr>
          <a:xfrm flipV="1">
            <a:off x="10572864" y="2149912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705EA302-F5DB-C8C9-D7B7-D2A199DB11F4}"/>
              </a:ext>
            </a:extLst>
          </p:cNvPr>
          <p:cNvCxnSpPr>
            <a:cxnSpLocks/>
          </p:cNvCxnSpPr>
          <p:nvPr/>
        </p:nvCxnSpPr>
        <p:spPr>
          <a:xfrm flipH="1">
            <a:off x="9131992" y="2149912"/>
            <a:ext cx="144087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42A8957-C718-B497-EB7D-078195F8F6A1}"/>
              </a:ext>
            </a:extLst>
          </p:cNvPr>
          <p:cNvGrpSpPr/>
          <p:nvPr/>
        </p:nvGrpSpPr>
        <p:grpSpPr>
          <a:xfrm>
            <a:off x="9198469" y="4100018"/>
            <a:ext cx="1297568" cy="951808"/>
            <a:chOff x="5641320" y="3264188"/>
            <a:chExt cx="1297568" cy="951808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A945D821-8BE9-F129-FC83-2378838787D0}"/>
                </a:ext>
              </a:extLst>
            </p:cNvPr>
            <p:cNvSpPr/>
            <p:nvPr/>
          </p:nvSpPr>
          <p:spPr>
            <a:xfrm>
              <a:off x="5641320" y="3264188"/>
              <a:ext cx="1297568" cy="951808"/>
            </a:xfrm>
            <a:prstGeom prst="rect">
              <a:avLst/>
            </a:prstGeom>
            <a:solidFill>
              <a:srgbClr val="D9D9FF"/>
            </a:solidFill>
            <a:ln w="57150"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C3BBB0B8-FD5C-1547-FC47-F4CF475D8B56}"/>
                    </a:ext>
                  </a:extLst>
                </p:cNvPr>
                <p:cNvSpPr txBox="1"/>
                <p:nvPr/>
              </p:nvSpPr>
              <p:spPr>
                <a:xfrm>
                  <a:off x="5983054" y="3416761"/>
                  <a:ext cx="6196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US" sz="3200" b="0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C3BBB0B8-FD5C-1547-FC47-F4CF475D8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054" y="3416761"/>
                  <a:ext cx="619657" cy="58477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D63F1D2D-2C72-A4A8-7672-A185DD3AA55F}"/>
              </a:ext>
            </a:extLst>
          </p:cNvPr>
          <p:cNvCxnSpPr>
            <a:cxnSpLocks/>
          </p:cNvCxnSpPr>
          <p:nvPr/>
        </p:nvCxnSpPr>
        <p:spPr>
          <a:xfrm>
            <a:off x="8416768" y="3286672"/>
            <a:ext cx="0" cy="81332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B582D9-4A30-30A1-417B-35421CC09803}"/>
                  </a:ext>
                </a:extLst>
              </p:cNvPr>
              <p:cNvSpPr txBox="1"/>
              <p:nvPr/>
            </p:nvSpPr>
            <p:spPr>
              <a:xfrm>
                <a:off x="7925111" y="4068466"/>
                <a:ext cx="101598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B582D9-4A30-30A1-417B-35421CC09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5111" y="4068466"/>
                <a:ext cx="1015984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CD8C7745-AB23-7460-642C-13BD135CF7C7}"/>
              </a:ext>
            </a:extLst>
          </p:cNvPr>
          <p:cNvCxnSpPr>
            <a:cxnSpLocks/>
          </p:cNvCxnSpPr>
          <p:nvPr/>
        </p:nvCxnSpPr>
        <p:spPr>
          <a:xfrm>
            <a:off x="8233888" y="3279499"/>
            <a:ext cx="3657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30997BC6-6593-9118-40E6-A37DB36CE2EE}"/>
                  </a:ext>
                </a:extLst>
              </p:cNvPr>
              <p:cNvSpPr txBox="1"/>
              <p:nvPr/>
            </p:nvSpPr>
            <p:spPr>
              <a:xfrm>
                <a:off x="8631289" y="5111293"/>
                <a:ext cx="101463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30997BC6-6593-9118-40E6-A37DB36CE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289" y="5111293"/>
                <a:ext cx="1014637" cy="5847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4F7B1280-D067-FFDA-EF18-6A1488BF9C54}"/>
                  </a:ext>
                </a:extLst>
              </p:cNvPr>
              <p:cNvSpPr txBox="1"/>
              <p:nvPr/>
            </p:nvSpPr>
            <p:spPr>
              <a:xfrm>
                <a:off x="9245581" y="1169750"/>
                <a:ext cx="12033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4F7B1280-D067-FFDA-EF18-6A1488BF9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5581" y="1169750"/>
                <a:ext cx="1203343" cy="5847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EAFE65DD-1931-9BEE-F540-6518B1EFE8E4}"/>
              </a:ext>
            </a:extLst>
          </p:cNvPr>
          <p:cNvCxnSpPr>
            <a:cxnSpLocks/>
          </p:cNvCxnSpPr>
          <p:nvPr/>
        </p:nvCxnSpPr>
        <p:spPr>
          <a:xfrm>
            <a:off x="9712562" y="5096224"/>
            <a:ext cx="4816" cy="4940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117B5D8-4520-F50D-1B24-8F09E5C3CFBC}"/>
              </a:ext>
            </a:extLst>
          </p:cNvPr>
          <p:cNvCxnSpPr>
            <a:cxnSpLocks/>
          </p:cNvCxnSpPr>
          <p:nvPr/>
        </p:nvCxnSpPr>
        <p:spPr>
          <a:xfrm>
            <a:off x="10092366" y="5096224"/>
            <a:ext cx="0" cy="81332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F01B7A-B2E6-B319-4CAF-03D5C45F5E47}"/>
                  </a:ext>
                </a:extLst>
              </p:cNvPr>
              <p:cNvSpPr txBox="1"/>
              <p:nvPr/>
            </p:nvSpPr>
            <p:spPr>
              <a:xfrm>
                <a:off x="10124340" y="5216258"/>
                <a:ext cx="10178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F01B7A-B2E6-B319-4CAF-03D5C45F5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4340" y="5216258"/>
                <a:ext cx="1017843" cy="5847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4288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8148525-7217-4DC9-7EBB-07D5EB149B48}"/>
              </a:ext>
            </a:extLst>
          </p:cNvPr>
          <p:cNvSpPr/>
          <p:nvPr/>
        </p:nvSpPr>
        <p:spPr>
          <a:xfrm>
            <a:off x="0" y="1160206"/>
            <a:ext cx="12192000" cy="425736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AEDB088-F30A-6109-6D96-9E2759AE3506}"/>
              </a:ext>
            </a:extLst>
          </p:cNvPr>
          <p:cNvGrpSpPr/>
          <p:nvPr/>
        </p:nvGrpSpPr>
        <p:grpSpPr>
          <a:xfrm>
            <a:off x="6083354" y="1604789"/>
            <a:ext cx="385963" cy="1659377"/>
            <a:chOff x="9171694" y="1387936"/>
            <a:chExt cx="658375" cy="2743694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100E0D-7566-DC95-13EF-AB4E883E68F2}"/>
                </a:ext>
              </a:extLst>
            </p:cNvPr>
            <p:cNvSpPr/>
            <p:nvPr/>
          </p:nvSpPr>
          <p:spPr>
            <a:xfrm>
              <a:off x="9500882" y="1387936"/>
              <a:ext cx="4547" cy="411553"/>
            </a:xfrm>
            <a:custGeom>
              <a:avLst/>
              <a:gdLst>
                <a:gd name="csX0" fmla="*/ -1147 w 8040"/>
                <a:gd name="csY0" fmla="*/ -222 h 564621"/>
                <a:gd name="csX1" fmla="*/ -1147 w 8040"/>
                <a:gd name="csY1" fmla="*/ 564399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222"/>
                  </a:moveTo>
                  <a:lnTo>
                    <a:pt x="-1147" y="564399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D52AA23-355C-0064-D8E1-89BA72561CB4}"/>
                </a:ext>
              </a:extLst>
            </p:cNvPr>
            <p:cNvSpPr/>
            <p:nvPr/>
          </p:nvSpPr>
          <p:spPr>
            <a:xfrm>
              <a:off x="9171694" y="1799488"/>
              <a:ext cx="658375" cy="1920588"/>
            </a:xfrm>
            <a:custGeom>
              <a:avLst/>
              <a:gdLst>
                <a:gd name="csX0" fmla="*/ 580975 w 1164244"/>
                <a:gd name="csY0" fmla="*/ -479 h 2634911"/>
                <a:gd name="csX1" fmla="*/ -1147 w 1164244"/>
                <a:gd name="csY1" fmla="*/ 77017 h 2634911"/>
                <a:gd name="csX2" fmla="*/ 1163097 w 1164244"/>
                <a:gd name="csY2" fmla="*/ 232011 h 2634911"/>
                <a:gd name="csX3" fmla="*/ -1147 w 1164244"/>
                <a:gd name="csY3" fmla="*/ 387009 h 2634911"/>
                <a:gd name="csX4" fmla="*/ 1163097 w 1164244"/>
                <a:gd name="csY4" fmla="*/ 542002 h 2634911"/>
                <a:gd name="csX5" fmla="*/ -1147 w 1164244"/>
                <a:gd name="csY5" fmla="*/ 696996 h 2634911"/>
                <a:gd name="csX6" fmla="*/ 1163097 w 1164244"/>
                <a:gd name="csY6" fmla="*/ 851990 h 2634911"/>
                <a:gd name="csX7" fmla="*/ -1147 w 1164244"/>
                <a:gd name="csY7" fmla="*/ 1006984 h 2634911"/>
                <a:gd name="csX8" fmla="*/ 1163097 w 1164244"/>
                <a:gd name="csY8" fmla="*/ 1161978 h 2634911"/>
                <a:gd name="csX9" fmla="*/ -1147 w 1164244"/>
                <a:gd name="csY9" fmla="*/ 1316971 h 2634911"/>
                <a:gd name="csX10" fmla="*/ 1163097 w 1164244"/>
                <a:gd name="csY10" fmla="*/ 1471965 h 2634911"/>
                <a:gd name="csX11" fmla="*/ -1147 w 1164244"/>
                <a:gd name="csY11" fmla="*/ 1626959 h 2634911"/>
                <a:gd name="csX12" fmla="*/ 1163097 w 1164244"/>
                <a:gd name="csY12" fmla="*/ 1781953 h 2634911"/>
                <a:gd name="csX13" fmla="*/ -1147 w 1164244"/>
                <a:gd name="csY13" fmla="*/ 1936946 h 2634911"/>
                <a:gd name="csX14" fmla="*/ 1163097 w 1164244"/>
                <a:gd name="csY14" fmla="*/ 2091940 h 2634911"/>
                <a:gd name="csX15" fmla="*/ -1147 w 1164244"/>
                <a:gd name="csY15" fmla="*/ 2246948 h 2634911"/>
                <a:gd name="csX16" fmla="*/ 1163097 w 1164244"/>
                <a:gd name="csY16" fmla="*/ 2401921 h 2634911"/>
                <a:gd name="csX17" fmla="*/ -1147 w 1164244"/>
                <a:gd name="csY17" fmla="*/ 2556928 h 2634911"/>
                <a:gd name="csX18" fmla="*/ 580975 w 1164244"/>
                <a:gd name="csY18" fmla="*/ 2634433 h 2634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164244" h="2634911">
                  <a:moveTo>
                    <a:pt x="580975" y="-479"/>
                  </a:moveTo>
                  <a:lnTo>
                    <a:pt x="-1147" y="77017"/>
                  </a:lnTo>
                  <a:lnTo>
                    <a:pt x="1163097" y="232011"/>
                  </a:lnTo>
                  <a:lnTo>
                    <a:pt x="-1147" y="387009"/>
                  </a:lnTo>
                  <a:lnTo>
                    <a:pt x="1163097" y="542002"/>
                  </a:lnTo>
                  <a:lnTo>
                    <a:pt x="-1147" y="696996"/>
                  </a:lnTo>
                  <a:lnTo>
                    <a:pt x="1163097" y="851990"/>
                  </a:lnTo>
                  <a:lnTo>
                    <a:pt x="-1147" y="1006984"/>
                  </a:lnTo>
                  <a:lnTo>
                    <a:pt x="1163097" y="1161978"/>
                  </a:lnTo>
                  <a:lnTo>
                    <a:pt x="-1147" y="1316971"/>
                  </a:lnTo>
                  <a:lnTo>
                    <a:pt x="1163097" y="1471965"/>
                  </a:lnTo>
                  <a:lnTo>
                    <a:pt x="-1147" y="1626959"/>
                  </a:lnTo>
                  <a:lnTo>
                    <a:pt x="1163097" y="1781953"/>
                  </a:lnTo>
                  <a:lnTo>
                    <a:pt x="-1147" y="1936946"/>
                  </a:lnTo>
                  <a:lnTo>
                    <a:pt x="1163097" y="2091940"/>
                  </a:lnTo>
                  <a:lnTo>
                    <a:pt x="-1147" y="2246948"/>
                  </a:lnTo>
                  <a:lnTo>
                    <a:pt x="1163097" y="2401921"/>
                  </a:lnTo>
                  <a:lnTo>
                    <a:pt x="-1147" y="2556928"/>
                  </a:lnTo>
                  <a:lnTo>
                    <a:pt x="580975" y="2634433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27BCF6E9-8631-0F5A-50C6-DCB9E011DF76}"/>
                </a:ext>
              </a:extLst>
            </p:cNvPr>
            <p:cNvSpPr/>
            <p:nvPr/>
          </p:nvSpPr>
          <p:spPr>
            <a:xfrm>
              <a:off x="9500882" y="3720077"/>
              <a:ext cx="4547" cy="411553"/>
            </a:xfrm>
            <a:custGeom>
              <a:avLst/>
              <a:gdLst>
                <a:gd name="csX0" fmla="*/ -1147 w 8040"/>
                <a:gd name="csY0" fmla="*/ -737 h 564621"/>
                <a:gd name="csX1" fmla="*/ -1147 w 8040"/>
                <a:gd name="csY1" fmla="*/ 563885 h 564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40" h="564621">
                  <a:moveTo>
                    <a:pt x="-1147" y="-737"/>
                  </a:moveTo>
                  <a:lnTo>
                    <a:pt x="-1147" y="563885"/>
                  </a:lnTo>
                </a:path>
              </a:pathLst>
            </a:custGeom>
            <a:noFill/>
            <a:ln w="38100" cap="flat">
              <a:solidFill>
                <a:schemeClr val="bg2">
                  <a:lumMod val="75000"/>
                </a:scheme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C9211D30-C907-1FD1-0B49-3589262F69BD}"/>
              </a:ext>
            </a:extLst>
          </p:cNvPr>
          <p:cNvSpPr/>
          <p:nvPr/>
        </p:nvSpPr>
        <p:spPr>
          <a:xfrm>
            <a:off x="5565507" y="1348990"/>
            <a:ext cx="1460086" cy="255800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25E253-4BC7-C8D0-237C-66FA753F67E0}"/>
              </a:ext>
            </a:extLst>
          </p:cNvPr>
          <p:cNvSpPr/>
          <p:nvPr/>
        </p:nvSpPr>
        <p:spPr>
          <a:xfrm>
            <a:off x="7025594" y="1348990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3D2BCB-AE6E-43B1-81C2-8F339C1BB26C}"/>
              </a:ext>
            </a:extLst>
          </p:cNvPr>
          <p:cNvSpPr/>
          <p:nvPr/>
        </p:nvSpPr>
        <p:spPr>
          <a:xfrm>
            <a:off x="5374611" y="1348990"/>
            <a:ext cx="190895" cy="3228076"/>
          </a:xfrm>
          <a:prstGeom prst="rect">
            <a:avLst/>
          </a:prstGeom>
          <a:pattFill prst="wdDnDiag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EB3095-D5F7-632F-E5D7-EAE0B9A8DCBD}"/>
              </a:ext>
            </a:extLst>
          </p:cNvPr>
          <p:cNvCxnSpPr>
            <a:cxnSpLocks/>
          </p:cNvCxnSpPr>
          <p:nvPr/>
        </p:nvCxnSpPr>
        <p:spPr>
          <a:xfrm flipV="1">
            <a:off x="5565507" y="1604805"/>
            <a:ext cx="0" cy="29722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1D8ADD9-D799-16D0-4441-F920969BAFB4}"/>
              </a:ext>
            </a:extLst>
          </p:cNvPr>
          <p:cNvCxnSpPr>
            <a:cxnSpLocks/>
          </p:cNvCxnSpPr>
          <p:nvPr/>
        </p:nvCxnSpPr>
        <p:spPr>
          <a:xfrm flipH="1">
            <a:off x="5565507" y="1604805"/>
            <a:ext cx="144087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F04438F-3EC9-6A08-CD12-2397D16CCC30}"/>
              </a:ext>
            </a:extLst>
          </p:cNvPr>
          <p:cNvSpPr/>
          <p:nvPr/>
        </p:nvSpPr>
        <p:spPr>
          <a:xfrm>
            <a:off x="5641320" y="3264188"/>
            <a:ext cx="1297568" cy="951808"/>
          </a:xfrm>
          <a:prstGeom prst="rect">
            <a:avLst/>
          </a:prstGeom>
          <a:solidFill>
            <a:srgbClr val="D9D9FF"/>
          </a:solidFill>
          <a:ln w="571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1F7C053-DB9D-481B-0BCB-9BA3F253EAC4}"/>
                  </a:ext>
                </a:extLst>
              </p:cNvPr>
              <p:cNvSpPr txBox="1"/>
              <p:nvPr/>
            </p:nvSpPr>
            <p:spPr>
              <a:xfrm>
                <a:off x="5985721" y="3429000"/>
                <a:ext cx="61965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2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1F7C053-DB9D-481B-0BCB-9BA3F253E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721" y="3429000"/>
                <a:ext cx="619657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4518542-169C-1FC0-5888-933737FA2BD9}"/>
              </a:ext>
            </a:extLst>
          </p:cNvPr>
          <p:cNvCxnSpPr>
            <a:cxnSpLocks/>
          </p:cNvCxnSpPr>
          <p:nvPr/>
        </p:nvCxnSpPr>
        <p:spPr>
          <a:xfrm>
            <a:off x="4781202" y="2482372"/>
            <a:ext cx="0" cy="81332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31FE2AB-57A1-9DF6-95CB-EAB47DDF5655}"/>
                  </a:ext>
                </a:extLst>
              </p:cNvPr>
              <p:cNvSpPr txBox="1"/>
              <p:nvPr/>
            </p:nvSpPr>
            <p:spPr>
              <a:xfrm>
                <a:off x="4289545" y="3264166"/>
                <a:ext cx="101598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31FE2AB-57A1-9DF6-95CB-EAB47DDF5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545" y="3264166"/>
                <a:ext cx="1015984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0209E1-F5DD-93C4-5A32-861C922CAECD}"/>
              </a:ext>
            </a:extLst>
          </p:cNvPr>
          <p:cNvCxnSpPr>
            <a:cxnSpLocks/>
          </p:cNvCxnSpPr>
          <p:nvPr/>
        </p:nvCxnSpPr>
        <p:spPr>
          <a:xfrm>
            <a:off x="4598322" y="2475199"/>
            <a:ext cx="3657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FAE0C4E-4857-B3D8-8054-F3EBFAB8B2D5}"/>
              </a:ext>
            </a:extLst>
          </p:cNvPr>
          <p:cNvCxnSpPr>
            <a:cxnSpLocks/>
          </p:cNvCxnSpPr>
          <p:nvPr/>
        </p:nvCxnSpPr>
        <p:spPr>
          <a:xfrm>
            <a:off x="6283593" y="4237767"/>
            <a:ext cx="0" cy="81332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A2BF540-B7F3-5F26-53B9-EC53F309A7E4}"/>
                  </a:ext>
                </a:extLst>
              </p:cNvPr>
              <p:cNvSpPr txBox="1"/>
              <p:nvPr/>
            </p:nvSpPr>
            <p:spPr>
              <a:xfrm>
                <a:off x="5104686" y="4674641"/>
                <a:ext cx="10178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A2BF540-B7F3-5F26-53B9-EC53F309A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686" y="4674641"/>
                <a:ext cx="101784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1588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Rectangle 1074">
            <a:extLst>
              <a:ext uri="{FF2B5EF4-FFF2-40B4-BE49-F238E27FC236}">
                <a16:creationId xmlns:a16="http://schemas.microsoft.com/office/drawing/2014/main" id="{8AD2B102-BAD0-269B-2E2F-476CFD11EA49}"/>
              </a:ext>
            </a:extLst>
          </p:cNvPr>
          <p:cNvSpPr/>
          <p:nvPr/>
        </p:nvSpPr>
        <p:spPr>
          <a:xfrm>
            <a:off x="0" y="1376511"/>
            <a:ext cx="12192000" cy="425736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04EF1D-11DF-CB37-042A-FE4820811F17}"/>
              </a:ext>
            </a:extLst>
          </p:cNvPr>
          <p:cNvSpPr/>
          <p:nvPr/>
        </p:nvSpPr>
        <p:spPr>
          <a:xfrm>
            <a:off x="6720020" y="4466529"/>
            <a:ext cx="1602657" cy="163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2" name="Picture 8" descr="Bicycle Fork Suspension Icons - Free ...">
            <a:extLst>
              <a:ext uri="{FF2B5EF4-FFF2-40B4-BE49-F238E27FC236}">
                <a16:creationId xmlns:a16="http://schemas.microsoft.com/office/drawing/2014/main" id="{3332D62A-D860-57A9-340C-AE467541F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4948" y="2348681"/>
            <a:ext cx="2199966" cy="2199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06DF31F-EB36-B1A0-9473-14191A9BE1E3}"/>
              </a:ext>
            </a:extLst>
          </p:cNvPr>
          <p:cNvCxnSpPr>
            <a:cxnSpLocks/>
          </p:cNvCxnSpPr>
          <p:nvPr/>
        </p:nvCxnSpPr>
        <p:spPr>
          <a:xfrm flipV="1">
            <a:off x="4910886" y="3061519"/>
            <a:ext cx="0" cy="774290"/>
          </a:xfrm>
          <a:prstGeom prst="straightConnector1">
            <a:avLst/>
          </a:prstGeom>
          <a:ln w="38100">
            <a:solidFill>
              <a:srgbClr val="0000F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586455A-748B-E304-0CF1-B5DD3FEC8642}"/>
              </a:ext>
            </a:extLst>
          </p:cNvPr>
          <p:cNvSpPr txBox="1"/>
          <p:nvPr/>
        </p:nvSpPr>
        <p:spPr>
          <a:xfrm>
            <a:off x="5041709" y="3217831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solidFill>
                  <a:srgbClr val="0000FF"/>
                </a:solidFill>
              </a:rPr>
              <a:t>Motion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B70EB8-23EE-69E7-093A-EC0261D2A974}"/>
              </a:ext>
            </a:extLst>
          </p:cNvPr>
          <p:cNvSpPr txBox="1"/>
          <p:nvPr/>
        </p:nvSpPr>
        <p:spPr>
          <a:xfrm>
            <a:off x="3289889" y="4641414"/>
            <a:ext cx="19700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Bike Suspension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225312A-C5CC-F323-FF0E-C8212A2EB79D}"/>
              </a:ext>
            </a:extLst>
          </p:cNvPr>
          <p:cNvCxnSpPr>
            <a:cxnSpLocks/>
          </p:cNvCxnSpPr>
          <p:nvPr/>
        </p:nvCxnSpPr>
        <p:spPr>
          <a:xfrm flipH="1">
            <a:off x="4527427" y="2348681"/>
            <a:ext cx="304800" cy="34535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5F462E2-C2B1-BE38-1DA0-2DAA88AED0A0}"/>
              </a:ext>
            </a:extLst>
          </p:cNvPr>
          <p:cNvCxnSpPr>
            <a:cxnSpLocks/>
          </p:cNvCxnSpPr>
          <p:nvPr/>
        </p:nvCxnSpPr>
        <p:spPr>
          <a:xfrm flipH="1">
            <a:off x="4075143" y="2348681"/>
            <a:ext cx="757084" cy="34535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E4FA7B9-C15F-DBD1-99BB-C8CAD17A9B2B}"/>
              </a:ext>
            </a:extLst>
          </p:cNvPr>
          <p:cNvSpPr txBox="1"/>
          <p:nvPr/>
        </p:nvSpPr>
        <p:spPr>
          <a:xfrm>
            <a:off x="4832227" y="2012603"/>
            <a:ext cx="13104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/>
              <a:t>Air Valve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2D933E0-8900-A7B5-4E96-63E291CB660E}"/>
              </a:ext>
            </a:extLst>
          </p:cNvPr>
          <p:cNvSpPr/>
          <p:nvPr/>
        </p:nvSpPr>
        <p:spPr>
          <a:xfrm>
            <a:off x="6611863" y="2194825"/>
            <a:ext cx="344129" cy="2261420"/>
          </a:xfrm>
          <a:custGeom>
            <a:avLst/>
            <a:gdLst>
              <a:gd name="csX0" fmla="*/ 331424 w 1068844"/>
              <a:gd name="csY0" fmla="*/ 2428567 h 2428567"/>
              <a:gd name="csX1" fmla="*/ 311760 w 1068844"/>
              <a:gd name="csY1" fmla="*/ 1248696 h 2428567"/>
              <a:gd name="csX2" fmla="*/ 26624 w 1068844"/>
              <a:gd name="csY2" fmla="*/ 176980 h 2428567"/>
              <a:gd name="csX3" fmla="*/ 1068844 w 1068844"/>
              <a:gd name="csY3" fmla="*/ 0 h 2428567"/>
              <a:gd name="csX0" fmla="*/ 331424 w 346503"/>
              <a:gd name="csY0" fmla="*/ 2251587 h 2251587"/>
              <a:gd name="csX1" fmla="*/ 311760 w 346503"/>
              <a:gd name="csY1" fmla="*/ 1071716 h 2251587"/>
              <a:gd name="csX2" fmla="*/ 26624 w 346503"/>
              <a:gd name="csY2" fmla="*/ 0 h 2251587"/>
              <a:gd name="csX0" fmla="*/ 304800 w 319879"/>
              <a:gd name="csY0" fmla="*/ 2251587 h 2251587"/>
              <a:gd name="csX1" fmla="*/ 285136 w 319879"/>
              <a:gd name="csY1" fmla="*/ 1071716 h 2251587"/>
              <a:gd name="csX2" fmla="*/ 0 w 319879"/>
              <a:gd name="csY2" fmla="*/ 0 h 2251587"/>
              <a:gd name="csX0" fmla="*/ 304800 w 312819"/>
              <a:gd name="csY0" fmla="*/ 2251587 h 2251587"/>
              <a:gd name="csX1" fmla="*/ 265472 w 312819"/>
              <a:gd name="csY1" fmla="*/ 1042219 h 2251587"/>
              <a:gd name="csX2" fmla="*/ 0 w 312819"/>
              <a:gd name="csY2" fmla="*/ 0 h 2251587"/>
              <a:gd name="csX0" fmla="*/ 304800 w 311008"/>
              <a:gd name="csY0" fmla="*/ 2251587 h 2251587"/>
              <a:gd name="csX1" fmla="*/ 265472 w 311008"/>
              <a:gd name="csY1" fmla="*/ 1042219 h 2251587"/>
              <a:gd name="csX2" fmla="*/ 0 w 311008"/>
              <a:gd name="csY2" fmla="*/ 0 h 2251587"/>
              <a:gd name="csX0" fmla="*/ 304800 w 304800"/>
              <a:gd name="csY0" fmla="*/ 2251587 h 2251587"/>
              <a:gd name="csX1" fmla="*/ 265472 w 304800"/>
              <a:gd name="csY1" fmla="*/ 1042219 h 2251587"/>
              <a:gd name="csX2" fmla="*/ 0 w 304800"/>
              <a:gd name="csY2" fmla="*/ 0 h 2251587"/>
              <a:gd name="csX0" fmla="*/ 344129 w 344129"/>
              <a:gd name="csY0" fmla="*/ 2261420 h 2261420"/>
              <a:gd name="csX1" fmla="*/ 265472 w 344129"/>
              <a:gd name="csY1" fmla="*/ 1042219 h 2261420"/>
              <a:gd name="csX2" fmla="*/ 0 w 344129"/>
              <a:gd name="csY2" fmla="*/ 0 h 2261420"/>
              <a:gd name="csX0" fmla="*/ 344129 w 344883"/>
              <a:gd name="csY0" fmla="*/ 2261420 h 2261420"/>
              <a:gd name="csX1" fmla="*/ 265472 w 344883"/>
              <a:gd name="csY1" fmla="*/ 1042219 h 2261420"/>
              <a:gd name="csX2" fmla="*/ 0 w 344883"/>
              <a:gd name="csY2" fmla="*/ 0 h 2261420"/>
              <a:gd name="csX0" fmla="*/ 344129 w 345172"/>
              <a:gd name="csY0" fmla="*/ 2261420 h 2261420"/>
              <a:gd name="csX1" fmla="*/ 275305 w 345172"/>
              <a:gd name="csY1" fmla="*/ 1081548 h 2261420"/>
              <a:gd name="csX2" fmla="*/ 0 w 345172"/>
              <a:gd name="csY2" fmla="*/ 0 h 2261420"/>
              <a:gd name="csX0" fmla="*/ 344129 w 344890"/>
              <a:gd name="csY0" fmla="*/ 2261420 h 2261420"/>
              <a:gd name="csX1" fmla="*/ 275305 w 344890"/>
              <a:gd name="csY1" fmla="*/ 1081548 h 2261420"/>
              <a:gd name="csX2" fmla="*/ 0 w 344890"/>
              <a:gd name="csY2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4129" h="2261420">
                <a:moveTo>
                  <a:pt x="344129" y="2261420"/>
                </a:moveTo>
                <a:cubicBezTo>
                  <a:pt x="337574" y="1586272"/>
                  <a:pt x="291691" y="714478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54EC255-6894-55FE-25BC-E35392F07DE3}"/>
              </a:ext>
            </a:extLst>
          </p:cNvPr>
          <p:cNvSpPr/>
          <p:nvPr/>
        </p:nvSpPr>
        <p:spPr>
          <a:xfrm>
            <a:off x="7732745" y="2194825"/>
            <a:ext cx="344129" cy="2261420"/>
          </a:xfrm>
          <a:custGeom>
            <a:avLst/>
            <a:gdLst>
              <a:gd name="csX0" fmla="*/ 331424 w 1068844"/>
              <a:gd name="csY0" fmla="*/ 2428567 h 2428567"/>
              <a:gd name="csX1" fmla="*/ 311760 w 1068844"/>
              <a:gd name="csY1" fmla="*/ 1248696 h 2428567"/>
              <a:gd name="csX2" fmla="*/ 26624 w 1068844"/>
              <a:gd name="csY2" fmla="*/ 176980 h 2428567"/>
              <a:gd name="csX3" fmla="*/ 1068844 w 1068844"/>
              <a:gd name="csY3" fmla="*/ 0 h 2428567"/>
              <a:gd name="csX0" fmla="*/ 331424 w 346503"/>
              <a:gd name="csY0" fmla="*/ 2251587 h 2251587"/>
              <a:gd name="csX1" fmla="*/ 311760 w 346503"/>
              <a:gd name="csY1" fmla="*/ 1071716 h 2251587"/>
              <a:gd name="csX2" fmla="*/ 26624 w 346503"/>
              <a:gd name="csY2" fmla="*/ 0 h 2251587"/>
              <a:gd name="csX0" fmla="*/ 304800 w 319879"/>
              <a:gd name="csY0" fmla="*/ 2251587 h 2251587"/>
              <a:gd name="csX1" fmla="*/ 285136 w 319879"/>
              <a:gd name="csY1" fmla="*/ 1071716 h 2251587"/>
              <a:gd name="csX2" fmla="*/ 0 w 319879"/>
              <a:gd name="csY2" fmla="*/ 0 h 2251587"/>
              <a:gd name="csX0" fmla="*/ 304800 w 312819"/>
              <a:gd name="csY0" fmla="*/ 2251587 h 2251587"/>
              <a:gd name="csX1" fmla="*/ 265472 w 312819"/>
              <a:gd name="csY1" fmla="*/ 1042219 h 2251587"/>
              <a:gd name="csX2" fmla="*/ 0 w 312819"/>
              <a:gd name="csY2" fmla="*/ 0 h 2251587"/>
              <a:gd name="csX0" fmla="*/ 304800 w 311008"/>
              <a:gd name="csY0" fmla="*/ 2251587 h 2251587"/>
              <a:gd name="csX1" fmla="*/ 265472 w 311008"/>
              <a:gd name="csY1" fmla="*/ 1042219 h 2251587"/>
              <a:gd name="csX2" fmla="*/ 0 w 311008"/>
              <a:gd name="csY2" fmla="*/ 0 h 2251587"/>
              <a:gd name="csX0" fmla="*/ 304800 w 304800"/>
              <a:gd name="csY0" fmla="*/ 2251587 h 2251587"/>
              <a:gd name="csX1" fmla="*/ 265472 w 304800"/>
              <a:gd name="csY1" fmla="*/ 1042219 h 2251587"/>
              <a:gd name="csX2" fmla="*/ 0 w 304800"/>
              <a:gd name="csY2" fmla="*/ 0 h 2251587"/>
              <a:gd name="csX0" fmla="*/ 344129 w 344129"/>
              <a:gd name="csY0" fmla="*/ 2261420 h 2261420"/>
              <a:gd name="csX1" fmla="*/ 265472 w 344129"/>
              <a:gd name="csY1" fmla="*/ 1042219 h 2261420"/>
              <a:gd name="csX2" fmla="*/ 0 w 344129"/>
              <a:gd name="csY2" fmla="*/ 0 h 2261420"/>
              <a:gd name="csX0" fmla="*/ 344129 w 344883"/>
              <a:gd name="csY0" fmla="*/ 2261420 h 2261420"/>
              <a:gd name="csX1" fmla="*/ 265472 w 344883"/>
              <a:gd name="csY1" fmla="*/ 1042219 h 2261420"/>
              <a:gd name="csX2" fmla="*/ 0 w 344883"/>
              <a:gd name="csY2" fmla="*/ 0 h 2261420"/>
              <a:gd name="csX0" fmla="*/ 344129 w 345172"/>
              <a:gd name="csY0" fmla="*/ 2261420 h 2261420"/>
              <a:gd name="csX1" fmla="*/ 275305 w 345172"/>
              <a:gd name="csY1" fmla="*/ 1081548 h 2261420"/>
              <a:gd name="csX2" fmla="*/ 0 w 345172"/>
              <a:gd name="csY2" fmla="*/ 0 h 2261420"/>
              <a:gd name="csX0" fmla="*/ 344129 w 344890"/>
              <a:gd name="csY0" fmla="*/ 2261420 h 2261420"/>
              <a:gd name="csX1" fmla="*/ 275305 w 344890"/>
              <a:gd name="csY1" fmla="*/ 1081548 h 2261420"/>
              <a:gd name="csX2" fmla="*/ 0 w 344890"/>
              <a:gd name="csY2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4129" h="2261420">
                <a:moveTo>
                  <a:pt x="344129" y="2261420"/>
                </a:moveTo>
                <a:cubicBezTo>
                  <a:pt x="337574" y="1586272"/>
                  <a:pt x="291691" y="714478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5298941-E429-1041-88E6-B768ECAB2189}"/>
              </a:ext>
            </a:extLst>
          </p:cNvPr>
          <p:cNvCxnSpPr>
            <a:cxnSpLocks/>
            <a:stCxn id="17" idx="1"/>
            <a:endCxn id="18" idx="1"/>
          </p:cNvCxnSpPr>
          <p:nvPr/>
        </p:nvCxnSpPr>
        <p:spPr>
          <a:xfrm>
            <a:off x="6611863" y="2194825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415E25A-9028-C9D1-37AE-20D5AADBA37F}"/>
              </a:ext>
            </a:extLst>
          </p:cNvPr>
          <p:cNvCxnSpPr>
            <a:cxnSpLocks/>
          </p:cNvCxnSpPr>
          <p:nvPr/>
        </p:nvCxnSpPr>
        <p:spPr>
          <a:xfrm>
            <a:off x="6955992" y="4466529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0D28DC-67FD-3B2D-0F13-052004D907A2}"/>
              </a:ext>
            </a:extLst>
          </p:cNvPr>
          <p:cNvCxnSpPr>
            <a:cxnSpLocks/>
          </p:cNvCxnSpPr>
          <p:nvPr/>
        </p:nvCxnSpPr>
        <p:spPr>
          <a:xfrm>
            <a:off x="6955992" y="4186307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753EE85-9800-6D58-DBDE-BBDC8D80CAF4}"/>
              </a:ext>
            </a:extLst>
          </p:cNvPr>
          <p:cNvCxnSpPr>
            <a:cxnSpLocks/>
          </p:cNvCxnSpPr>
          <p:nvPr/>
        </p:nvCxnSpPr>
        <p:spPr>
          <a:xfrm>
            <a:off x="6936327" y="3906088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5C4D84-7669-9D44-8FE9-8553D9A646D1}"/>
              </a:ext>
            </a:extLst>
          </p:cNvPr>
          <p:cNvCxnSpPr>
            <a:cxnSpLocks/>
          </p:cNvCxnSpPr>
          <p:nvPr/>
        </p:nvCxnSpPr>
        <p:spPr>
          <a:xfrm>
            <a:off x="6892084" y="3345650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622A8F3-5FCE-9FC5-3422-9BE057BD6D25}"/>
              </a:ext>
            </a:extLst>
          </p:cNvPr>
          <p:cNvCxnSpPr>
            <a:cxnSpLocks/>
          </p:cNvCxnSpPr>
          <p:nvPr/>
        </p:nvCxnSpPr>
        <p:spPr>
          <a:xfrm>
            <a:off x="6783927" y="2785212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6C7FD0A-8E93-4801-C3DF-DA4AFE85F595}"/>
              </a:ext>
            </a:extLst>
          </p:cNvPr>
          <p:cNvCxnSpPr>
            <a:cxnSpLocks/>
          </p:cNvCxnSpPr>
          <p:nvPr/>
        </p:nvCxnSpPr>
        <p:spPr>
          <a:xfrm>
            <a:off x="6720020" y="2504993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86B85C5-DACF-69FB-706B-B68BBD423AF4}"/>
              </a:ext>
            </a:extLst>
          </p:cNvPr>
          <p:cNvCxnSpPr>
            <a:cxnSpLocks/>
          </p:cNvCxnSpPr>
          <p:nvPr/>
        </p:nvCxnSpPr>
        <p:spPr>
          <a:xfrm>
            <a:off x="6857668" y="3065431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487EB9-9C7E-E9A3-CB1B-92E0824DFEB4}"/>
              </a:ext>
            </a:extLst>
          </p:cNvPr>
          <p:cNvCxnSpPr>
            <a:cxnSpLocks/>
          </p:cNvCxnSpPr>
          <p:nvPr/>
        </p:nvCxnSpPr>
        <p:spPr>
          <a:xfrm>
            <a:off x="6921580" y="3625869"/>
            <a:ext cx="11208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4AF5152-B65B-E3C1-F22A-BE3472618D98}"/>
              </a:ext>
            </a:extLst>
          </p:cNvPr>
          <p:cNvSpPr/>
          <p:nvPr/>
        </p:nvSpPr>
        <p:spPr>
          <a:xfrm>
            <a:off x="7060215" y="2194825"/>
            <a:ext cx="344129" cy="2261420"/>
          </a:xfrm>
          <a:custGeom>
            <a:avLst/>
            <a:gdLst>
              <a:gd name="csX0" fmla="*/ 331424 w 1068844"/>
              <a:gd name="csY0" fmla="*/ 2428567 h 2428567"/>
              <a:gd name="csX1" fmla="*/ 311760 w 1068844"/>
              <a:gd name="csY1" fmla="*/ 1248696 h 2428567"/>
              <a:gd name="csX2" fmla="*/ 26624 w 1068844"/>
              <a:gd name="csY2" fmla="*/ 176980 h 2428567"/>
              <a:gd name="csX3" fmla="*/ 1068844 w 1068844"/>
              <a:gd name="csY3" fmla="*/ 0 h 2428567"/>
              <a:gd name="csX0" fmla="*/ 331424 w 346503"/>
              <a:gd name="csY0" fmla="*/ 2251587 h 2251587"/>
              <a:gd name="csX1" fmla="*/ 311760 w 346503"/>
              <a:gd name="csY1" fmla="*/ 1071716 h 2251587"/>
              <a:gd name="csX2" fmla="*/ 26624 w 346503"/>
              <a:gd name="csY2" fmla="*/ 0 h 2251587"/>
              <a:gd name="csX0" fmla="*/ 304800 w 319879"/>
              <a:gd name="csY0" fmla="*/ 2251587 h 2251587"/>
              <a:gd name="csX1" fmla="*/ 285136 w 319879"/>
              <a:gd name="csY1" fmla="*/ 1071716 h 2251587"/>
              <a:gd name="csX2" fmla="*/ 0 w 319879"/>
              <a:gd name="csY2" fmla="*/ 0 h 2251587"/>
              <a:gd name="csX0" fmla="*/ 304800 w 312819"/>
              <a:gd name="csY0" fmla="*/ 2251587 h 2251587"/>
              <a:gd name="csX1" fmla="*/ 265472 w 312819"/>
              <a:gd name="csY1" fmla="*/ 1042219 h 2251587"/>
              <a:gd name="csX2" fmla="*/ 0 w 312819"/>
              <a:gd name="csY2" fmla="*/ 0 h 2251587"/>
              <a:gd name="csX0" fmla="*/ 304800 w 311008"/>
              <a:gd name="csY0" fmla="*/ 2251587 h 2251587"/>
              <a:gd name="csX1" fmla="*/ 265472 w 311008"/>
              <a:gd name="csY1" fmla="*/ 1042219 h 2251587"/>
              <a:gd name="csX2" fmla="*/ 0 w 311008"/>
              <a:gd name="csY2" fmla="*/ 0 h 2251587"/>
              <a:gd name="csX0" fmla="*/ 304800 w 304800"/>
              <a:gd name="csY0" fmla="*/ 2251587 h 2251587"/>
              <a:gd name="csX1" fmla="*/ 265472 w 304800"/>
              <a:gd name="csY1" fmla="*/ 1042219 h 2251587"/>
              <a:gd name="csX2" fmla="*/ 0 w 304800"/>
              <a:gd name="csY2" fmla="*/ 0 h 2251587"/>
              <a:gd name="csX0" fmla="*/ 344129 w 344129"/>
              <a:gd name="csY0" fmla="*/ 2261420 h 2261420"/>
              <a:gd name="csX1" fmla="*/ 265472 w 344129"/>
              <a:gd name="csY1" fmla="*/ 1042219 h 2261420"/>
              <a:gd name="csX2" fmla="*/ 0 w 344129"/>
              <a:gd name="csY2" fmla="*/ 0 h 2261420"/>
              <a:gd name="csX0" fmla="*/ 344129 w 344883"/>
              <a:gd name="csY0" fmla="*/ 2261420 h 2261420"/>
              <a:gd name="csX1" fmla="*/ 265472 w 344883"/>
              <a:gd name="csY1" fmla="*/ 1042219 h 2261420"/>
              <a:gd name="csX2" fmla="*/ 0 w 344883"/>
              <a:gd name="csY2" fmla="*/ 0 h 2261420"/>
              <a:gd name="csX0" fmla="*/ 344129 w 345172"/>
              <a:gd name="csY0" fmla="*/ 2261420 h 2261420"/>
              <a:gd name="csX1" fmla="*/ 275305 w 345172"/>
              <a:gd name="csY1" fmla="*/ 1081548 h 2261420"/>
              <a:gd name="csX2" fmla="*/ 0 w 345172"/>
              <a:gd name="csY2" fmla="*/ 0 h 2261420"/>
              <a:gd name="csX0" fmla="*/ 344129 w 344890"/>
              <a:gd name="csY0" fmla="*/ 2261420 h 2261420"/>
              <a:gd name="csX1" fmla="*/ 275305 w 344890"/>
              <a:gd name="csY1" fmla="*/ 1081548 h 2261420"/>
              <a:gd name="csX2" fmla="*/ 0 w 344890"/>
              <a:gd name="csY2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4129" h="2261420">
                <a:moveTo>
                  <a:pt x="344129" y="2261420"/>
                </a:moveTo>
                <a:cubicBezTo>
                  <a:pt x="337574" y="1586272"/>
                  <a:pt x="291691" y="714478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A6A5BA4E-C9A9-AD07-D312-29B3DACA89C4}"/>
              </a:ext>
            </a:extLst>
          </p:cNvPr>
          <p:cNvSpPr/>
          <p:nvPr/>
        </p:nvSpPr>
        <p:spPr>
          <a:xfrm>
            <a:off x="7284391" y="2194825"/>
            <a:ext cx="344129" cy="2261420"/>
          </a:xfrm>
          <a:custGeom>
            <a:avLst/>
            <a:gdLst>
              <a:gd name="csX0" fmla="*/ 331424 w 1068844"/>
              <a:gd name="csY0" fmla="*/ 2428567 h 2428567"/>
              <a:gd name="csX1" fmla="*/ 311760 w 1068844"/>
              <a:gd name="csY1" fmla="*/ 1248696 h 2428567"/>
              <a:gd name="csX2" fmla="*/ 26624 w 1068844"/>
              <a:gd name="csY2" fmla="*/ 176980 h 2428567"/>
              <a:gd name="csX3" fmla="*/ 1068844 w 1068844"/>
              <a:gd name="csY3" fmla="*/ 0 h 2428567"/>
              <a:gd name="csX0" fmla="*/ 331424 w 346503"/>
              <a:gd name="csY0" fmla="*/ 2251587 h 2251587"/>
              <a:gd name="csX1" fmla="*/ 311760 w 346503"/>
              <a:gd name="csY1" fmla="*/ 1071716 h 2251587"/>
              <a:gd name="csX2" fmla="*/ 26624 w 346503"/>
              <a:gd name="csY2" fmla="*/ 0 h 2251587"/>
              <a:gd name="csX0" fmla="*/ 304800 w 319879"/>
              <a:gd name="csY0" fmla="*/ 2251587 h 2251587"/>
              <a:gd name="csX1" fmla="*/ 285136 w 319879"/>
              <a:gd name="csY1" fmla="*/ 1071716 h 2251587"/>
              <a:gd name="csX2" fmla="*/ 0 w 319879"/>
              <a:gd name="csY2" fmla="*/ 0 h 2251587"/>
              <a:gd name="csX0" fmla="*/ 304800 w 312819"/>
              <a:gd name="csY0" fmla="*/ 2251587 h 2251587"/>
              <a:gd name="csX1" fmla="*/ 265472 w 312819"/>
              <a:gd name="csY1" fmla="*/ 1042219 h 2251587"/>
              <a:gd name="csX2" fmla="*/ 0 w 312819"/>
              <a:gd name="csY2" fmla="*/ 0 h 2251587"/>
              <a:gd name="csX0" fmla="*/ 304800 w 311008"/>
              <a:gd name="csY0" fmla="*/ 2251587 h 2251587"/>
              <a:gd name="csX1" fmla="*/ 265472 w 311008"/>
              <a:gd name="csY1" fmla="*/ 1042219 h 2251587"/>
              <a:gd name="csX2" fmla="*/ 0 w 311008"/>
              <a:gd name="csY2" fmla="*/ 0 h 2251587"/>
              <a:gd name="csX0" fmla="*/ 304800 w 304800"/>
              <a:gd name="csY0" fmla="*/ 2251587 h 2251587"/>
              <a:gd name="csX1" fmla="*/ 265472 w 304800"/>
              <a:gd name="csY1" fmla="*/ 1042219 h 2251587"/>
              <a:gd name="csX2" fmla="*/ 0 w 304800"/>
              <a:gd name="csY2" fmla="*/ 0 h 2251587"/>
              <a:gd name="csX0" fmla="*/ 344129 w 344129"/>
              <a:gd name="csY0" fmla="*/ 2261420 h 2261420"/>
              <a:gd name="csX1" fmla="*/ 265472 w 344129"/>
              <a:gd name="csY1" fmla="*/ 1042219 h 2261420"/>
              <a:gd name="csX2" fmla="*/ 0 w 344129"/>
              <a:gd name="csY2" fmla="*/ 0 h 2261420"/>
              <a:gd name="csX0" fmla="*/ 344129 w 344883"/>
              <a:gd name="csY0" fmla="*/ 2261420 h 2261420"/>
              <a:gd name="csX1" fmla="*/ 265472 w 344883"/>
              <a:gd name="csY1" fmla="*/ 1042219 h 2261420"/>
              <a:gd name="csX2" fmla="*/ 0 w 344883"/>
              <a:gd name="csY2" fmla="*/ 0 h 2261420"/>
              <a:gd name="csX0" fmla="*/ 344129 w 345172"/>
              <a:gd name="csY0" fmla="*/ 2261420 h 2261420"/>
              <a:gd name="csX1" fmla="*/ 275305 w 345172"/>
              <a:gd name="csY1" fmla="*/ 1081548 h 2261420"/>
              <a:gd name="csX2" fmla="*/ 0 w 345172"/>
              <a:gd name="csY2" fmla="*/ 0 h 2261420"/>
              <a:gd name="csX0" fmla="*/ 344129 w 344890"/>
              <a:gd name="csY0" fmla="*/ 2261420 h 2261420"/>
              <a:gd name="csX1" fmla="*/ 275305 w 344890"/>
              <a:gd name="csY1" fmla="*/ 1081548 h 2261420"/>
              <a:gd name="csX2" fmla="*/ 0 w 344890"/>
              <a:gd name="csY2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4129" h="2261420">
                <a:moveTo>
                  <a:pt x="344129" y="2261420"/>
                </a:moveTo>
                <a:cubicBezTo>
                  <a:pt x="337574" y="1586272"/>
                  <a:pt x="291691" y="714478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0799971-FEB3-23D0-AD34-3AA2686145E1}"/>
              </a:ext>
            </a:extLst>
          </p:cNvPr>
          <p:cNvSpPr/>
          <p:nvPr/>
        </p:nvSpPr>
        <p:spPr>
          <a:xfrm>
            <a:off x="7508567" y="2194825"/>
            <a:ext cx="344129" cy="2261420"/>
          </a:xfrm>
          <a:custGeom>
            <a:avLst/>
            <a:gdLst>
              <a:gd name="csX0" fmla="*/ 331424 w 1068844"/>
              <a:gd name="csY0" fmla="*/ 2428567 h 2428567"/>
              <a:gd name="csX1" fmla="*/ 311760 w 1068844"/>
              <a:gd name="csY1" fmla="*/ 1248696 h 2428567"/>
              <a:gd name="csX2" fmla="*/ 26624 w 1068844"/>
              <a:gd name="csY2" fmla="*/ 176980 h 2428567"/>
              <a:gd name="csX3" fmla="*/ 1068844 w 1068844"/>
              <a:gd name="csY3" fmla="*/ 0 h 2428567"/>
              <a:gd name="csX0" fmla="*/ 331424 w 346503"/>
              <a:gd name="csY0" fmla="*/ 2251587 h 2251587"/>
              <a:gd name="csX1" fmla="*/ 311760 w 346503"/>
              <a:gd name="csY1" fmla="*/ 1071716 h 2251587"/>
              <a:gd name="csX2" fmla="*/ 26624 w 346503"/>
              <a:gd name="csY2" fmla="*/ 0 h 2251587"/>
              <a:gd name="csX0" fmla="*/ 304800 w 319879"/>
              <a:gd name="csY0" fmla="*/ 2251587 h 2251587"/>
              <a:gd name="csX1" fmla="*/ 285136 w 319879"/>
              <a:gd name="csY1" fmla="*/ 1071716 h 2251587"/>
              <a:gd name="csX2" fmla="*/ 0 w 319879"/>
              <a:gd name="csY2" fmla="*/ 0 h 2251587"/>
              <a:gd name="csX0" fmla="*/ 304800 w 312819"/>
              <a:gd name="csY0" fmla="*/ 2251587 h 2251587"/>
              <a:gd name="csX1" fmla="*/ 265472 w 312819"/>
              <a:gd name="csY1" fmla="*/ 1042219 h 2251587"/>
              <a:gd name="csX2" fmla="*/ 0 w 312819"/>
              <a:gd name="csY2" fmla="*/ 0 h 2251587"/>
              <a:gd name="csX0" fmla="*/ 304800 w 311008"/>
              <a:gd name="csY0" fmla="*/ 2251587 h 2251587"/>
              <a:gd name="csX1" fmla="*/ 265472 w 311008"/>
              <a:gd name="csY1" fmla="*/ 1042219 h 2251587"/>
              <a:gd name="csX2" fmla="*/ 0 w 311008"/>
              <a:gd name="csY2" fmla="*/ 0 h 2251587"/>
              <a:gd name="csX0" fmla="*/ 304800 w 304800"/>
              <a:gd name="csY0" fmla="*/ 2251587 h 2251587"/>
              <a:gd name="csX1" fmla="*/ 265472 w 304800"/>
              <a:gd name="csY1" fmla="*/ 1042219 h 2251587"/>
              <a:gd name="csX2" fmla="*/ 0 w 304800"/>
              <a:gd name="csY2" fmla="*/ 0 h 2251587"/>
              <a:gd name="csX0" fmla="*/ 344129 w 344129"/>
              <a:gd name="csY0" fmla="*/ 2261420 h 2261420"/>
              <a:gd name="csX1" fmla="*/ 265472 w 344129"/>
              <a:gd name="csY1" fmla="*/ 1042219 h 2261420"/>
              <a:gd name="csX2" fmla="*/ 0 w 344129"/>
              <a:gd name="csY2" fmla="*/ 0 h 2261420"/>
              <a:gd name="csX0" fmla="*/ 344129 w 344883"/>
              <a:gd name="csY0" fmla="*/ 2261420 h 2261420"/>
              <a:gd name="csX1" fmla="*/ 265472 w 344883"/>
              <a:gd name="csY1" fmla="*/ 1042219 h 2261420"/>
              <a:gd name="csX2" fmla="*/ 0 w 344883"/>
              <a:gd name="csY2" fmla="*/ 0 h 2261420"/>
              <a:gd name="csX0" fmla="*/ 344129 w 345172"/>
              <a:gd name="csY0" fmla="*/ 2261420 h 2261420"/>
              <a:gd name="csX1" fmla="*/ 275305 w 345172"/>
              <a:gd name="csY1" fmla="*/ 1081548 h 2261420"/>
              <a:gd name="csX2" fmla="*/ 0 w 345172"/>
              <a:gd name="csY2" fmla="*/ 0 h 2261420"/>
              <a:gd name="csX0" fmla="*/ 344129 w 344890"/>
              <a:gd name="csY0" fmla="*/ 2261420 h 2261420"/>
              <a:gd name="csX1" fmla="*/ 275305 w 344890"/>
              <a:gd name="csY1" fmla="*/ 1081548 h 2261420"/>
              <a:gd name="csX2" fmla="*/ 0 w 344890"/>
              <a:gd name="csY2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4129" h="2261420">
                <a:moveTo>
                  <a:pt x="344129" y="2261420"/>
                </a:moveTo>
                <a:cubicBezTo>
                  <a:pt x="337574" y="1586272"/>
                  <a:pt x="291691" y="714478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FCCC8A8-FFC9-C721-BE8A-C968DE36C53A}"/>
              </a:ext>
            </a:extLst>
          </p:cNvPr>
          <p:cNvSpPr/>
          <p:nvPr/>
        </p:nvSpPr>
        <p:spPr>
          <a:xfrm>
            <a:off x="6836039" y="2194825"/>
            <a:ext cx="344129" cy="2261420"/>
          </a:xfrm>
          <a:custGeom>
            <a:avLst/>
            <a:gdLst>
              <a:gd name="csX0" fmla="*/ 331424 w 1068844"/>
              <a:gd name="csY0" fmla="*/ 2428567 h 2428567"/>
              <a:gd name="csX1" fmla="*/ 311760 w 1068844"/>
              <a:gd name="csY1" fmla="*/ 1248696 h 2428567"/>
              <a:gd name="csX2" fmla="*/ 26624 w 1068844"/>
              <a:gd name="csY2" fmla="*/ 176980 h 2428567"/>
              <a:gd name="csX3" fmla="*/ 1068844 w 1068844"/>
              <a:gd name="csY3" fmla="*/ 0 h 2428567"/>
              <a:gd name="csX0" fmla="*/ 331424 w 346503"/>
              <a:gd name="csY0" fmla="*/ 2251587 h 2251587"/>
              <a:gd name="csX1" fmla="*/ 311760 w 346503"/>
              <a:gd name="csY1" fmla="*/ 1071716 h 2251587"/>
              <a:gd name="csX2" fmla="*/ 26624 w 346503"/>
              <a:gd name="csY2" fmla="*/ 0 h 2251587"/>
              <a:gd name="csX0" fmla="*/ 304800 w 319879"/>
              <a:gd name="csY0" fmla="*/ 2251587 h 2251587"/>
              <a:gd name="csX1" fmla="*/ 285136 w 319879"/>
              <a:gd name="csY1" fmla="*/ 1071716 h 2251587"/>
              <a:gd name="csX2" fmla="*/ 0 w 319879"/>
              <a:gd name="csY2" fmla="*/ 0 h 2251587"/>
              <a:gd name="csX0" fmla="*/ 304800 w 312819"/>
              <a:gd name="csY0" fmla="*/ 2251587 h 2251587"/>
              <a:gd name="csX1" fmla="*/ 265472 w 312819"/>
              <a:gd name="csY1" fmla="*/ 1042219 h 2251587"/>
              <a:gd name="csX2" fmla="*/ 0 w 312819"/>
              <a:gd name="csY2" fmla="*/ 0 h 2251587"/>
              <a:gd name="csX0" fmla="*/ 304800 w 311008"/>
              <a:gd name="csY0" fmla="*/ 2251587 h 2251587"/>
              <a:gd name="csX1" fmla="*/ 265472 w 311008"/>
              <a:gd name="csY1" fmla="*/ 1042219 h 2251587"/>
              <a:gd name="csX2" fmla="*/ 0 w 311008"/>
              <a:gd name="csY2" fmla="*/ 0 h 2251587"/>
              <a:gd name="csX0" fmla="*/ 304800 w 304800"/>
              <a:gd name="csY0" fmla="*/ 2251587 h 2251587"/>
              <a:gd name="csX1" fmla="*/ 265472 w 304800"/>
              <a:gd name="csY1" fmla="*/ 1042219 h 2251587"/>
              <a:gd name="csX2" fmla="*/ 0 w 304800"/>
              <a:gd name="csY2" fmla="*/ 0 h 2251587"/>
              <a:gd name="csX0" fmla="*/ 344129 w 344129"/>
              <a:gd name="csY0" fmla="*/ 2261420 h 2261420"/>
              <a:gd name="csX1" fmla="*/ 265472 w 344129"/>
              <a:gd name="csY1" fmla="*/ 1042219 h 2261420"/>
              <a:gd name="csX2" fmla="*/ 0 w 344129"/>
              <a:gd name="csY2" fmla="*/ 0 h 2261420"/>
              <a:gd name="csX0" fmla="*/ 344129 w 344883"/>
              <a:gd name="csY0" fmla="*/ 2261420 h 2261420"/>
              <a:gd name="csX1" fmla="*/ 265472 w 344883"/>
              <a:gd name="csY1" fmla="*/ 1042219 h 2261420"/>
              <a:gd name="csX2" fmla="*/ 0 w 344883"/>
              <a:gd name="csY2" fmla="*/ 0 h 2261420"/>
              <a:gd name="csX0" fmla="*/ 344129 w 345172"/>
              <a:gd name="csY0" fmla="*/ 2261420 h 2261420"/>
              <a:gd name="csX1" fmla="*/ 275305 w 345172"/>
              <a:gd name="csY1" fmla="*/ 1081548 h 2261420"/>
              <a:gd name="csX2" fmla="*/ 0 w 345172"/>
              <a:gd name="csY2" fmla="*/ 0 h 2261420"/>
              <a:gd name="csX0" fmla="*/ 344129 w 344890"/>
              <a:gd name="csY0" fmla="*/ 2261420 h 2261420"/>
              <a:gd name="csX1" fmla="*/ 275305 w 344890"/>
              <a:gd name="csY1" fmla="*/ 1081548 h 2261420"/>
              <a:gd name="csX2" fmla="*/ 0 w 344890"/>
              <a:gd name="csY2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  <a:gd name="csX0" fmla="*/ 344129 w 344129"/>
              <a:gd name="csY0" fmla="*/ 2261420 h 2261420"/>
              <a:gd name="csX1" fmla="*/ 0 w 344129"/>
              <a:gd name="csY1" fmla="*/ 0 h 22614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4129" h="2261420">
                <a:moveTo>
                  <a:pt x="344129" y="2261420"/>
                </a:moveTo>
                <a:cubicBezTo>
                  <a:pt x="337574" y="1586272"/>
                  <a:pt x="291691" y="714478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E435AE0-7F6F-DF1F-75C3-C621B0E2B2C2}"/>
              </a:ext>
            </a:extLst>
          </p:cNvPr>
          <p:cNvCxnSpPr>
            <a:cxnSpLocks/>
          </p:cNvCxnSpPr>
          <p:nvPr/>
        </p:nvCxnSpPr>
        <p:spPr>
          <a:xfrm flipH="1">
            <a:off x="6611863" y="2021533"/>
            <a:ext cx="1058040" cy="0"/>
          </a:xfrm>
          <a:prstGeom prst="straightConnector1">
            <a:avLst/>
          </a:prstGeom>
          <a:ln w="38100">
            <a:solidFill>
              <a:srgbClr val="0000F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0F140A6-6F55-4962-F46A-97DE1F8495B7}"/>
              </a:ext>
            </a:extLst>
          </p:cNvPr>
          <p:cNvSpPr txBox="1"/>
          <p:nvPr/>
        </p:nvSpPr>
        <p:spPr>
          <a:xfrm>
            <a:off x="6550193" y="1461096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solidFill>
                  <a:srgbClr val="0000FF"/>
                </a:solidFill>
              </a:rPr>
              <a:t>Motion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E9A0B08-A8EF-C7DF-58EC-76DB0F664348}"/>
              </a:ext>
            </a:extLst>
          </p:cNvPr>
          <p:cNvSpPr txBox="1"/>
          <p:nvPr/>
        </p:nvSpPr>
        <p:spPr>
          <a:xfrm>
            <a:off x="6885490" y="4826081"/>
            <a:ext cx="126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Building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7830CBB-0F48-3842-163E-379E7AB78A42}"/>
              </a:ext>
            </a:extLst>
          </p:cNvPr>
          <p:cNvSpPr/>
          <p:nvPr/>
        </p:nvSpPr>
        <p:spPr>
          <a:xfrm>
            <a:off x="7162471" y="2483201"/>
            <a:ext cx="304800" cy="32714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9D1954E-205C-C6FF-C882-729A9FBB093F}"/>
              </a:ext>
            </a:extLst>
          </p:cNvPr>
          <p:cNvCxnSpPr>
            <a:cxnSpLocks/>
            <a:endCxn id="39" idx="6"/>
          </p:cNvCxnSpPr>
          <p:nvPr/>
        </p:nvCxnSpPr>
        <p:spPr>
          <a:xfrm flipH="1">
            <a:off x="7467271" y="2233655"/>
            <a:ext cx="597807" cy="41312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81BFBE3-952F-2BF2-5E1C-35867E14723B}"/>
              </a:ext>
            </a:extLst>
          </p:cNvPr>
          <p:cNvSpPr txBox="1"/>
          <p:nvPr/>
        </p:nvSpPr>
        <p:spPr>
          <a:xfrm>
            <a:off x="8033781" y="1757570"/>
            <a:ext cx="7873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TMD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5CCB157F-CD64-AB7E-6D8E-F4356C36C93F}"/>
              </a:ext>
            </a:extLst>
          </p:cNvPr>
          <p:cNvSpPr/>
          <p:nvPr/>
        </p:nvSpPr>
        <p:spPr>
          <a:xfrm flipH="1">
            <a:off x="8192941" y="3016375"/>
            <a:ext cx="667993" cy="30201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30A98E-0C7B-C55A-FF34-EB05EED873D3}"/>
              </a:ext>
            </a:extLst>
          </p:cNvPr>
          <p:cNvSpPr txBox="1"/>
          <p:nvPr/>
        </p:nvSpPr>
        <p:spPr>
          <a:xfrm>
            <a:off x="8112361" y="2530129"/>
            <a:ext cx="8755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/>
              <a:t>Wind</a:t>
            </a:r>
          </a:p>
        </p:txBody>
      </p:sp>
      <p:pic>
        <p:nvPicPr>
          <p:cNvPr id="1038" name="Picture 14" descr="Door Closers – Reeb Learning Center">
            <a:extLst>
              <a:ext uri="{FF2B5EF4-FFF2-40B4-BE49-F238E27FC236}">
                <a16:creationId xmlns:a16="http://schemas.microsoft.com/office/drawing/2014/main" id="{6EB0852E-8926-0AEC-42D2-5CCEB82D79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64" t="12583" r="32436" b="26022"/>
          <a:stretch>
            <a:fillRect/>
          </a:stretch>
        </p:blipFill>
        <p:spPr bwMode="auto">
          <a:xfrm>
            <a:off x="193406" y="2186393"/>
            <a:ext cx="3040834" cy="233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2630EC0-F98F-5940-2570-C9B506724A77}"/>
              </a:ext>
            </a:extLst>
          </p:cNvPr>
          <p:cNvSpPr txBox="1"/>
          <p:nvPr/>
        </p:nvSpPr>
        <p:spPr>
          <a:xfrm>
            <a:off x="918665" y="4641414"/>
            <a:ext cx="16986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Door Closer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7EF3D99-E867-1CBA-7E4E-067E24891BF4}"/>
              </a:ext>
            </a:extLst>
          </p:cNvPr>
          <p:cNvCxnSpPr>
            <a:cxnSpLocks/>
          </p:cNvCxnSpPr>
          <p:nvPr/>
        </p:nvCxnSpPr>
        <p:spPr>
          <a:xfrm flipV="1">
            <a:off x="1078718" y="3835809"/>
            <a:ext cx="1070406" cy="412567"/>
          </a:xfrm>
          <a:prstGeom prst="straightConnector1">
            <a:avLst/>
          </a:prstGeom>
          <a:ln w="38100">
            <a:solidFill>
              <a:srgbClr val="0000F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2C9E2CF1-5204-848C-2AB0-7C8A1E75763D}"/>
              </a:ext>
            </a:extLst>
          </p:cNvPr>
          <p:cNvSpPr txBox="1"/>
          <p:nvPr/>
        </p:nvSpPr>
        <p:spPr>
          <a:xfrm>
            <a:off x="1593870" y="4049428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solidFill>
                  <a:srgbClr val="0000FF"/>
                </a:solidFill>
              </a:rPr>
              <a:t>Motion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E65326-3EF0-6231-0544-100726EF5DEB}"/>
              </a:ext>
            </a:extLst>
          </p:cNvPr>
          <p:cNvCxnSpPr>
            <a:cxnSpLocks/>
          </p:cNvCxnSpPr>
          <p:nvPr/>
        </p:nvCxnSpPr>
        <p:spPr>
          <a:xfrm flipV="1">
            <a:off x="10191939" y="3857328"/>
            <a:ext cx="1987" cy="19210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55F0BB80-E11A-ADED-D62B-63D937D2C2E6}"/>
              </a:ext>
            </a:extLst>
          </p:cNvPr>
          <p:cNvCxnSpPr>
            <a:cxnSpLocks/>
          </p:cNvCxnSpPr>
          <p:nvPr/>
        </p:nvCxnSpPr>
        <p:spPr>
          <a:xfrm>
            <a:off x="10193927" y="2991794"/>
            <a:ext cx="0" cy="226037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3855D2B0-6998-884D-1CE9-4994D8BB287A}"/>
              </a:ext>
            </a:extLst>
          </p:cNvPr>
          <p:cNvGrpSpPr/>
          <p:nvPr/>
        </p:nvGrpSpPr>
        <p:grpSpPr>
          <a:xfrm>
            <a:off x="10144520" y="3213543"/>
            <a:ext cx="98813" cy="643785"/>
            <a:chOff x="8461822" y="744354"/>
            <a:chExt cx="1259095" cy="4172567"/>
          </a:xfrm>
        </p:grpSpPr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C7F77354-3FEC-4C84-FE8A-A31C927BA135}"/>
                </a:ext>
              </a:extLst>
            </p:cNvPr>
            <p:cNvSpPr/>
            <p:nvPr/>
          </p:nvSpPr>
          <p:spPr>
            <a:xfrm>
              <a:off x="9091370" y="744354"/>
              <a:ext cx="12700" cy="625881"/>
            </a:xfrm>
            <a:custGeom>
              <a:avLst/>
              <a:gdLst>
                <a:gd name="csX0" fmla="*/ -407 w 12700"/>
                <a:gd name="csY0" fmla="*/ -66 h 625881"/>
                <a:gd name="csX1" fmla="*/ -407 w 12700"/>
                <a:gd name="csY1" fmla="*/ 625816 h 625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625881">
                  <a:moveTo>
                    <a:pt x="-407" y="-66"/>
                  </a:moveTo>
                  <a:lnTo>
                    <a:pt x="-407" y="625816"/>
                  </a:lnTo>
                </a:path>
              </a:pathLst>
            </a:custGeom>
            <a:noFill/>
            <a:ln w="28575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632269A6-8F9D-5A73-2EB0-511D9F969FB0}"/>
                </a:ext>
              </a:extLst>
            </p:cNvPr>
            <p:cNvSpPr/>
            <p:nvPr/>
          </p:nvSpPr>
          <p:spPr>
            <a:xfrm>
              <a:off x="8461822" y="1370236"/>
              <a:ext cx="1259095" cy="2920801"/>
            </a:xfrm>
            <a:custGeom>
              <a:avLst/>
              <a:gdLst>
                <a:gd name="csX0" fmla="*/ 629140 w 1259095"/>
                <a:gd name="csY0" fmla="*/ -112 h 2920801"/>
                <a:gd name="csX1" fmla="*/ -407 w 1259095"/>
                <a:gd name="csY1" fmla="*/ 162161 h 2920801"/>
                <a:gd name="csX2" fmla="*/ 1258688 w 1259095"/>
                <a:gd name="csY2" fmla="*/ 486688 h 2920801"/>
                <a:gd name="csX3" fmla="*/ -407 w 1259095"/>
                <a:gd name="csY3" fmla="*/ 811225 h 2920801"/>
                <a:gd name="csX4" fmla="*/ 1258688 w 1259095"/>
                <a:gd name="csY4" fmla="*/ 1135752 h 2920801"/>
                <a:gd name="csX5" fmla="*/ -407 w 1259095"/>
                <a:gd name="csY5" fmla="*/ 1460288 h 2920801"/>
                <a:gd name="csX6" fmla="*/ 1258688 w 1259095"/>
                <a:gd name="csY6" fmla="*/ 1784825 h 2920801"/>
                <a:gd name="csX7" fmla="*/ -407 w 1259095"/>
                <a:gd name="csY7" fmla="*/ 2109352 h 2920801"/>
                <a:gd name="csX8" fmla="*/ 1258688 w 1259095"/>
                <a:gd name="csY8" fmla="*/ 2433889 h 2920801"/>
                <a:gd name="csX9" fmla="*/ -407 w 1259095"/>
                <a:gd name="csY9" fmla="*/ 2758416 h 2920801"/>
                <a:gd name="csX10" fmla="*/ 629140 w 1259095"/>
                <a:gd name="csY10" fmla="*/ 2920689 h 29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59095" h="2920801">
                  <a:moveTo>
                    <a:pt x="629140" y="-112"/>
                  </a:moveTo>
                  <a:lnTo>
                    <a:pt x="-407" y="162161"/>
                  </a:lnTo>
                  <a:lnTo>
                    <a:pt x="1258688" y="486688"/>
                  </a:lnTo>
                  <a:lnTo>
                    <a:pt x="-407" y="811225"/>
                  </a:lnTo>
                  <a:lnTo>
                    <a:pt x="1258688" y="1135752"/>
                  </a:lnTo>
                  <a:lnTo>
                    <a:pt x="-407" y="1460288"/>
                  </a:lnTo>
                  <a:lnTo>
                    <a:pt x="1258688" y="1784825"/>
                  </a:lnTo>
                  <a:lnTo>
                    <a:pt x="-407" y="2109352"/>
                  </a:lnTo>
                  <a:lnTo>
                    <a:pt x="1258688" y="2433889"/>
                  </a:lnTo>
                  <a:lnTo>
                    <a:pt x="-407" y="2758416"/>
                  </a:lnTo>
                  <a:lnTo>
                    <a:pt x="629140" y="2920689"/>
                  </a:lnTo>
                </a:path>
              </a:pathLst>
            </a:custGeom>
            <a:noFill/>
            <a:ln w="28575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C7B203B4-2B6C-0F4D-89BA-4B7A0EEC44EA}"/>
                </a:ext>
              </a:extLst>
            </p:cNvPr>
            <p:cNvSpPr/>
            <p:nvPr/>
          </p:nvSpPr>
          <p:spPr>
            <a:xfrm>
              <a:off x="9091370" y="4291037"/>
              <a:ext cx="12700" cy="625884"/>
            </a:xfrm>
            <a:custGeom>
              <a:avLst/>
              <a:gdLst>
                <a:gd name="csX0" fmla="*/ -407 w 12700"/>
                <a:gd name="csY0" fmla="*/ -159 h 625884"/>
                <a:gd name="csX1" fmla="*/ -407 w 12700"/>
                <a:gd name="csY1" fmla="*/ 625726 h 6258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00" h="625884">
                  <a:moveTo>
                    <a:pt x="-407" y="-159"/>
                  </a:moveTo>
                  <a:lnTo>
                    <a:pt x="-407" y="625726"/>
                  </a:lnTo>
                </a:path>
              </a:pathLst>
            </a:custGeom>
            <a:noFill/>
            <a:ln w="28575" cap="flat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41" name="Graphic 1039">
            <a:extLst>
              <a:ext uri="{FF2B5EF4-FFF2-40B4-BE49-F238E27FC236}">
                <a16:creationId xmlns:a16="http://schemas.microsoft.com/office/drawing/2014/main" id="{AA3CC76B-D629-476F-F8C1-03B0228D2DD9}"/>
              </a:ext>
            </a:extLst>
          </p:cNvPr>
          <p:cNvSpPr/>
          <p:nvPr/>
        </p:nvSpPr>
        <p:spPr>
          <a:xfrm rot="16200000">
            <a:off x="9924520" y="2718811"/>
            <a:ext cx="483225" cy="55588"/>
          </a:xfrm>
          <a:custGeom>
            <a:avLst/>
            <a:gdLst>
              <a:gd name="csX0" fmla="*/ 0 w 3892230"/>
              <a:gd name="csY0" fmla="*/ 437876 h 437875"/>
              <a:gd name="csX1" fmla="*/ 778446 w 3892230"/>
              <a:gd name="csY1" fmla="*/ 437876 h 437875"/>
              <a:gd name="csX2" fmla="*/ 1556892 w 3892230"/>
              <a:gd name="csY2" fmla="*/ 437876 h 437875"/>
              <a:gd name="csX3" fmla="*/ 2335338 w 3892230"/>
              <a:gd name="csY3" fmla="*/ 437876 h 437875"/>
              <a:gd name="csX4" fmla="*/ 3113784 w 3892230"/>
              <a:gd name="csY4" fmla="*/ 437876 h 437875"/>
              <a:gd name="csX5" fmla="*/ 3892230 w 3892230"/>
              <a:gd name="csY5" fmla="*/ 437876 h 43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892230" h="437875">
                <a:moveTo>
                  <a:pt x="0" y="437876"/>
                </a:moveTo>
                <a:lnTo>
                  <a:pt x="778446" y="437876"/>
                </a:lnTo>
                <a:cubicBezTo>
                  <a:pt x="778446" y="-145959"/>
                  <a:pt x="1556892" y="-145959"/>
                  <a:pt x="1556892" y="437876"/>
                </a:cubicBezTo>
                <a:cubicBezTo>
                  <a:pt x="1556892" y="-145959"/>
                  <a:pt x="2335338" y="-145959"/>
                  <a:pt x="2335338" y="437876"/>
                </a:cubicBezTo>
                <a:cubicBezTo>
                  <a:pt x="2335338" y="-145959"/>
                  <a:pt x="3113784" y="-145959"/>
                  <a:pt x="3113784" y="437876"/>
                </a:cubicBezTo>
                <a:lnTo>
                  <a:pt x="3892230" y="437876"/>
                </a:lnTo>
              </a:path>
            </a:pathLst>
          </a:custGeom>
          <a:noFill/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cxnSp>
        <p:nvCxnSpPr>
          <p:cNvPr id="1042" name="Straight Connector 1041">
            <a:extLst>
              <a:ext uri="{FF2B5EF4-FFF2-40B4-BE49-F238E27FC236}">
                <a16:creationId xmlns:a16="http://schemas.microsoft.com/office/drawing/2014/main" id="{BE4987CA-9C99-0505-5ACE-38C1C905A108}"/>
              </a:ext>
            </a:extLst>
          </p:cNvPr>
          <p:cNvCxnSpPr>
            <a:cxnSpLocks/>
          </p:cNvCxnSpPr>
          <p:nvPr/>
        </p:nvCxnSpPr>
        <p:spPr>
          <a:xfrm>
            <a:off x="10191939" y="2278955"/>
            <a:ext cx="0" cy="226037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84C073F6-8B6A-836F-9514-E7307B663214}"/>
              </a:ext>
            </a:extLst>
          </p:cNvPr>
          <p:cNvCxnSpPr>
            <a:cxnSpLocks/>
          </p:cNvCxnSpPr>
          <p:nvPr/>
        </p:nvCxnSpPr>
        <p:spPr>
          <a:xfrm>
            <a:off x="10191939" y="2278955"/>
            <a:ext cx="906436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6" name="Straight Connector 1045">
            <a:extLst>
              <a:ext uri="{FF2B5EF4-FFF2-40B4-BE49-F238E27FC236}">
                <a16:creationId xmlns:a16="http://schemas.microsoft.com/office/drawing/2014/main" id="{DDF46235-307C-1EA3-7D99-16E2C50502C1}"/>
              </a:ext>
            </a:extLst>
          </p:cNvPr>
          <p:cNvCxnSpPr>
            <a:cxnSpLocks/>
          </p:cNvCxnSpPr>
          <p:nvPr/>
        </p:nvCxnSpPr>
        <p:spPr>
          <a:xfrm>
            <a:off x="11098375" y="2278955"/>
            <a:ext cx="0" cy="825857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5" name="Straight Connector 1054">
            <a:extLst>
              <a:ext uri="{FF2B5EF4-FFF2-40B4-BE49-F238E27FC236}">
                <a16:creationId xmlns:a16="http://schemas.microsoft.com/office/drawing/2014/main" id="{A517C641-8053-FFCC-650E-C01DD7D427A5}"/>
              </a:ext>
            </a:extLst>
          </p:cNvPr>
          <p:cNvCxnSpPr>
            <a:cxnSpLocks/>
          </p:cNvCxnSpPr>
          <p:nvPr/>
        </p:nvCxnSpPr>
        <p:spPr>
          <a:xfrm>
            <a:off x="10960666" y="3104812"/>
            <a:ext cx="275418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5F630CA8-E8CC-870D-D5CC-98BD6023A1D9}"/>
              </a:ext>
            </a:extLst>
          </p:cNvPr>
          <p:cNvCxnSpPr>
            <a:cxnSpLocks/>
          </p:cNvCxnSpPr>
          <p:nvPr/>
        </p:nvCxnSpPr>
        <p:spPr>
          <a:xfrm>
            <a:off x="10960666" y="3173392"/>
            <a:ext cx="275418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9" name="Straight Connector 1058">
            <a:extLst>
              <a:ext uri="{FF2B5EF4-FFF2-40B4-BE49-F238E27FC236}">
                <a16:creationId xmlns:a16="http://schemas.microsoft.com/office/drawing/2014/main" id="{5E52C0A5-2ECC-A209-2B0A-13B812B38D80}"/>
              </a:ext>
            </a:extLst>
          </p:cNvPr>
          <p:cNvCxnSpPr>
            <a:cxnSpLocks/>
          </p:cNvCxnSpPr>
          <p:nvPr/>
        </p:nvCxnSpPr>
        <p:spPr>
          <a:xfrm>
            <a:off x="11098375" y="3167380"/>
            <a:ext cx="0" cy="882048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1" name="Straight Connector 1060">
            <a:extLst>
              <a:ext uri="{FF2B5EF4-FFF2-40B4-BE49-F238E27FC236}">
                <a16:creationId xmlns:a16="http://schemas.microsoft.com/office/drawing/2014/main" id="{1B80CBB3-AFDF-08BB-DF73-C0047887287A}"/>
              </a:ext>
            </a:extLst>
          </p:cNvPr>
          <p:cNvCxnSpPr>
            <a:cxnSpLocks/>
          </p:cNvCxnSpPr>
          <p:nvPr/>
        </p:nvCxnSpPr>
        <p:spPr>
          <a:xfrm flipH="1" flipV="1">
            <a:off x="10191938" y="4042092"/>
            <a:ext cx="906435" cy="7336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4" name="Oval 1063">
            <a:extLst>
              <a:ext uri="{FF2B5EF4-FFF2-40B4-BE49-F238E27FC236}">
                <a16:creationId xmlns:a16="http://schemas.microsoft.com/office/drawing/2014/main" id="{8439C45C-3687-5416-CEC0-2A5C965AC986}"/>
              </a:ext>
            </a:extLst>
          </p:cNvPr>
          <p:cNvSpPr/>
          <p:nvPr/>
        </p:nvSpPr>
        <p:spPr>
          <a:xfrm>
            <a:off x="10499783" y="3858851"/>
            <a:ext cx="342142" cy="3664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5" name="Freeform: Shape 1064">
            <a:extLst>
              <a:ext uri="{FF2B5EF4-FFF2-40B4-BE49-F238E27FC236}">
                <a16:creationId xmlns:a16="http://schemas.microsoft.com/office/drawing/2014/main" id="{9BA3400C-FD48-0074-D582-59477904CB90}"/>
              </a:ext>
            </a:extLst>
          </p:cNvPr>
          <p:cNvSpPr/>
          <p:nvPr/>
        </p:nvSpPr>
        <p:spPr>
          <a:xfrm>
            <a:off x="10560840" y="4006010"/>
            <a:ext cx="204788" cy="72161"/>
          </a:xfrm>
          <a:custGeom>
            <a:avLst/>
            <a:gdLst>
              <a:gd name="csX0" fmla="*/ 0 w 180975"/>
              <a:gd name="csY0" fmla="*/ 72121 h 110673"/>
              <a:gd name="csX1" fmla="*/ 57150 w 180975"/>
              <a:gd name="csY1" fmla="*/ 684 h 110673"/>
              <a:gd name="csX2" fmla="*/ 133350 w 180975"/>
              <a:gd name="csY2" fmla="*/ 110221 h 110673"/>
              <a:gd name="csX3" fmla="*/ 180975 w 180975"/>
              <a:gd name="csY3" fmla="*/ 34021 h 110673"/>
              <a:gd name="csX0" fmla="*/ 0 w 188119"/>
              <a:gd name="csY0" fmla="*/ 72121 h 110884"/>
              <a:gd name="csX1" fmla="*/ 57150 w 188119"/>
              <a:gd name="csY1" fmla="*/ 684 h 110884"/>
              <a:gd name="csX2" fmla="*/ 133350 w 188119"/>
              <a:gd name="csY2" fmla="*/ 110221 h 110884"/>
              <a:gd name="csX3" fmla="*/ 188119 w 188119"/>
              <a:gd name="csY3" fmla="*/ 50689 h 110884"/>
              <a:gd name="csX0" fmla="*/ 0 w 178594"/>
              <a:gd name="csY0" fmla="*/ 74400 h 110781"/>
              <a:gd name="csX1" fmla="*/ 47625 w 178594"/>
              <a:gd name="csY1" fmla="*/ 581 h 110781"/>
              <a:gd name="csX2" fmla="*/ 123825 w 178594"/>
              <a:gd name="csY2" fmla="*/ 110118 h 110781"/>
              <a:gd name="csX3" fmla="*/ 178594 w 178594"/>
              <a:gd name="csY3" fmla="*/ 50586 h 110781"/>
              <a:gd name="csX0" fmla="*/ 0 w 178594"/>
              <a:gd name="csY0" fmla="*/ 73830 h 110211"/>
              <a:gd name="csX1" fmla="*/ 47625 w 178594"/>
              <a:gd name="csY1" fmla="*/ 11 h 110211"/>
              <a:gd name="csX2" fmla="*/ 123825 w 178594"/>
              <a:gd name="csY2" fmla="*/ 109548 h 110211"/>
              <a:gd name="csX3" fmla="*/ 178594 w 178594"/>
              <a:gd name="csY3" fmla="*/ 50016 h 110211"/>
              <a:gd name="csX0" fmla="*/ 0 w 178594"/>
              <a:gd name="csY0" fmla="*/ 73830 h 110211"/>
              <a:gd name="csX1" fmla="*/ 47625 w 178594"/>
              <a:gd name="csY1" fmla="*/ 11 h 110211"/>
              <a:gd name="csX2" fmla="*/ 123825 w 178594"/>
              <a:gd name="csY2" fmla="*/ 109548 h 110211"/>
              <a:gd name="csX3" fmla="*/ 178594 w 178594"/>
              <a:gd name="csY3" fmla="*/ 50016 h 110211"/>
              <a:gd name="csX0" fmla="*/ 0 w 178594"/>
              <a:gd name="csY0" fmla="*/ 73830 h 109548"/>
              <a:gd name="csX1" fmla="*/ 47625 w 178594"/>
              <a:gd name="csY1" fmla="*/ 11 h 109548"/>
              <a:gd name="csX2" fmla="*/ 123825 w 178594"/>
              <a:gd name="csY2" fmla="*/ 109548 h 109548"/>
              <a:gd name="csX3" fmla="*/ 178594 w 178594"/>
              <a:gd name="csY3" fmla="*/ 50016 h 109548"/>
              <a:gd name="csX0" fmla="*/ 0 w 178594"/>
              <a:gd name="csY0" fmla="*/ 73829 h 109547"/>
              <a:gd name="csX1" fmla="*/ 47625 w 178594"/>
              <a:gd name="csY1" fmla="*/ 10 h 109547"/>
              <a:gd name="csX2" fmla="*/ 123825 w 178594"/>
              <a:gd name="csY2" fmla="*/ 109547 h 109547"/>
              <a:gd name="csX3" fmla="*/ 178594 w 178594"/>
              <a:gd name="csY3" fmla="*/ 50015 h 109547"/>
              <a:gd name="csX0" fmla="*/ 0 w 178594"/>
              <a:gd name="csY0" fmla="*/ 73829 h 109796"/>
              <a:gd name="csX1" fmla="*/ 47625 w 178594"/>
              <a:gd name="csY1" fmla="*/ 10 h 109796"/>
              <a:gd name="csX2" fmla="*/ 123825 w 178594"/>
              <a:gd name="csY2" fmla="*/ 109547 h 109796"/>
              <a:gd name="csX3" fmla="*/ 178594 w 178594"/>
              <a:gd name="csY3" fmla="*/ 50015 h 109796"/>
              <a:gd name="csX0" fmla="*/ 0 w 178594"/>
              <a:gd name="csY0" fmla="*/ 73829 h 109565"/>
              <a:gd name="csX1" fmla="*/ 47625 w 178594"/>
              <a:gd name="csY1" fmla="*/ 10 h 109565"/>
              <a:gd name="csX2" fmla="*/ 123825 w 178594"/>
              <a:gd name="csY2" fmla="*/ 109547 h 109565"/>
              <a:gd name="csX3" fmla="*/ 178594 w 178594"/>
              <a:gd name="csY3" fmla="*/ 50015 h 109565"/>
              <a:gd name="csX0" fmla="*/ 0 w 178594"/>
              <a:gd name="csY0" fmla="*/ 74152 h 100373"/>
              <a:gd name="csX1" fmla="*/ 47625 w 178594"/>
              <a:gd name="csY1" fmla="*/ 333 h 100373"/>
              <a:gd name="csX2" fmla="*/ 123825 w 178594"/>
              <a:gd name="csY2" fmla="*/ 100345 h 100373"/>
              <a:gd name="csX3" fmla="*/ 178594 w 178594"/>
              <a:gd name="csY3" fmla="*/ 50338 h 100373"/>
              <a:gd name="csX0" fmla="*/ 0 w 178594"/>
              <a:gd name="csY0" fmla="*/ 50723 h 77522"/>
              <a:gd name="csX1" fmla="*/ 52388 w 178594"/>
              <a:gd name="csY1" fmla="*/ 716 h 77522"/>
              <a:gd name="csX2" fmla="*/ 123825 w 178594"/>
              <a:gd name="csY2" fmla="*/ 76916 h 77522"/>
              <a:gd name="csX3" fmla="*/ 178594 w 178594"/>
              <a:gd name="csY3" fmla="*/ 26909 h 77522"/>
              <a:gd name="csX0" fmla="*/ 0 w 178594"/>
              <a:gd name="csY0" fmla="*/ 46157 h 72783"/>
              <a:gd name="csX1" fmla="*/ 45245 w 178594"/>
              <a:gd name="csY1" fmla="*/ 912 h 72783"/>
              <a:gd name="csX2" fmla="*/ 123825 w 178594"/>
              <a:gd name="csY2" fmla="*/ 72350 h 72783"/>
              <a:gd name="csX3" fmla="*/ 178594 w 178594"/>
              <a:gd name="csY3" fmla="*/ 22343 h 72783"/>
              <a:gd name="csX0" fmla="*/ 0 w 178594"/>
              <a:gd name="csY0" fmla="*/ 46157 h 72783"/>
              <a:gd name="csX1" fmla="*/ 45245 w 178594"/>
              <a:gd name="csY1" fmla="*/ 912 h 72783"/>
              <a:gd name="csX2" fmla="*/ 123825 w 178594"/>
              <a:gd name="csY2" fmla="*/ 72350 h 72783"/>
              <a:gd name="csX3" fmla="*/ 178594 w 178594"/>
              <a:gd name="csY3" fmla="*/ 22343 h 72783"/>
              <a:gd name="csX0" fmla="*/ 0 w 178594"/>
              <a:gd name="csY0" fmla="*/ 45325 h 71951"/>
              <a:gd name="csX1" fmla="*/ 45245 w 178594"/>
              <a:gd name="csY1" fmla="*/ 80 h 71951"/>
              <a:gd name="csX2" fmla="*/ 123825 w 178594"/>
              <a:gd name="csY2" fmla="*/ 71518 h 71951"/>
              <a:gd name="csX3" fmla="*/ 178594 w 178594"/>
              <a:gd name="csY3" fmla="*/ 21511 h 71951"/>
              <a:gd name="csX0" fmla="*/ 0 w 178594"/>
              <a:gd name="csY0" fmla="*/ 45325 h 71951"/>
              <a:gd name="csX1" fmla="*/ 45245 w 178594"/>
              <a:gd name="csY1" fmla="*/ 80 h 71951"/>
              <a:gd name="csX2" fmla="*/ 123825 w 178594"/>
              <a:gd name="csY2" fmla="*/ 71518 h 71951"/>
              <a:gd name="csX3" fmla="*/ 178594 w 178594"/>
              <a:gd name="csY3" fmla="*/ 21511 h 71951"/>
              <a:gd name="csX0" fmla="*/ 0 w 200025"/>
              <a:gd name="csY0" fmla="*/ 50330 h 72194"/>
              <a:gd name="csX1" fmla="*/ 66676 w 200025"/>
              <a:gd name="csY1" fmla="*/ 323 h 72194"/>
              <a:gd name="csX2" fmla="*/ 145256 w 200025"/>
              <a:gd name="csY2" fmla="*/ 71761 h 72194"/>
              <a:gd name="csX3" fmla="*/ 200025 w 200025"/>
              <a:gd name="csY3" fmla="*/ 21754 h 72194"/>
              <a:gd name="csX0" fmla="*/ 0 w 200025"/>
              <a:gd name="csY0" fmla="*/ 50330 h 72194"/>
              <a:gd name="csX1" fmla="*/ 66676 w 200025"/>
              <a:gd name="csY1" fmla="*/ 323 h 72194"/>
              <a:gd name="csX2" fmla="*/ 145256 w 200025"/>
              <a:gd name="csY2" fmla="*/ 71761 h 72194"/>
              <a:gd name="csX3" fmla="*/ 200025 w 200025"/>
              <a:gd name="csY3" fmla="*/ 21754 h 72194"/>
              <a:gd name="csX0" fmla="*/ 0 w 200025"/>
              <a:gd name="csY0" fmla="*/ 50330 h 72121"/>
              <a:gd name="csX1" fmla="*/ 66676 w 200025"/>
              <a:gd name="csY1" fmla="*/ 323 h 72121"/>
              <a:gd name="csX2" fmla="*/ 145256 w 200025"/>
              <a:gd name="csY2" fmla="*/ 71761 h 72121"/>
              <a:gd name="csX3" fmla="*/ 200025 w 200025"/>
              <a:gd name="csY3" fmla="*/ 21754 h 72121"/>
              <a:gd name="csX0" fmla="*/ 0 w 211932"/>
              <a:gd name="csY0" fmla="*/ 50330 h 72371"/>
              <a:gd name="csX1" fmla="*/ 66676 w 211932"/>
              <a:gd name="csY1" fmla="*/ 323 h 72371"/>
              <a:gd name="csX2" fmla="*/ 145256 w 211932"/>
              <a:gd name="csY2" fmla="*/ 71761 h 72371"/>
              <a:gd name="csX3" fmla="*/ 211932 w 211932"/>
              <a:gd name="csY3" fmla="*/ 26516 h 72371"/>
              <a:gd name="csX0" fmla="*/ 0 w 211932"/>
              <a:gd name="csY0" fmla="*/ 50330 h 72147"/>
              <a:gd name="csX1" fmla="*/ 66676 w 211932"/>
              <a:gd name="csY1" fmla="*/ 323 h 72147"/>
              <a:gd name="csX2" fmla="*/ 145256 w 211932"/>
              <a:gd name="csY2" fmla="*/ 71761 h 72147"/>
              <a:gd name="csX3" fmla="*/ 211932 w 211932"/>
              <a:gd name="csY3" fmla="*/ 26516 h 72147"/>
              <a:gd name="csX0" fmla="*/ 0 w 204788"/>
              <a:gd name="csY0" fmla="*/ 50330 h 72066"/>
              <a:gd name="csX1" fmla="*/ 66676 w 204788"/>
              <a:gd name="csY1" fmla="*/ 323 h 72066"/>
              <a:gd name="csX2" fmla="*/ 145256 w 204788"/>
              <a:gd name="csY2" fmla="*/ 71761 h 72066"/>
              <a:gd name="csX3" fmla="*/ 204788 w 204788"/>
              <a:gd name="csY3" fmla="*/ 24135 h 72066"/>
              <a:gd name="csX0" fmla="*/ 0 w 204788"/>
              <a:gd name="csY0" fmla="*/ 50330 h 72161"/>
              <a:gd name="csX1" fmla="*/ 66676 w 204788"/>
              <a:gd name="csY1" fmla="*/ 323 h 72161"/>
              <a:gd name="csX2" fmla="*/ 145256 w 204788"/>
              <a:gd name="csY2" fmla="*/ 71761 h 72161"/>
              <a:gd name="csX3" fmla="*/ 204788 w 204788"/>
              <a:gd name="csY3" fmla="*/ 24135 h 72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04788" h="72161">
                <a:moveTo>
                  <a:pt x="0" y="50330"/>
                </a:moveTo>
                <a:cubicBezTo>
                  <a:pt x="22224" y="23342"/>
                  <a:pt x="42467" y="-3249"/>
                  <a:pt x="66676" y="323"/>
                </a:cubicBezTo>
                <a:cubicBezTo>
                  <a:pt x="90885" y="3895"/>
                  <a:pt x="122237" y="67792"/>
                  <a:pt x="145256" y="71761"/>
                </a:cubicBezTo>
                <a:cubicBezTo>
                  <a:pt x="168275" y="75730"/>
                  <a:pt x="195263" y="49534"/>
                  <a:pt x="204788" y="24135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66" name="TextBox 1065">
                <a:extLst>
                  <a:ext uri="{FF2B5EF4-FFF2-40B4-BE49-F238E27FC236}">
                    <a16:creationId xmlns:a16="http://schemas.microsoft.com/office/drawing/2014/main" id="{A00CD14A-AC32-6535-67FC-3C7572E98F99}"/>
                  </a:ext>
                </a:extLst>
              </p:cNvPr>
              <p:cNvSpPr txBox="1"/>
              <p:nvPr/>
            </p:nvSpPr>
            <p:spPr>
              <a:xfrm>
                <a:off x="10325182" y="4245633"/>
                <a:ext cx="6913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𝐴𝐶</m:t>
                          </m:r>
                        </m:sub>
                      </m:sSub>
                    </m:oMath>
                  </m:oMathPara>
                </a14:m>
                <a:endParaRPr lang="en-US" sz="2400" b="0" dirty="0"/>
              </a:p>
            </p:txBody>
          </p:sp>
        </mc:Choice>
        <mc:Fallback>
          <p:sp>
            <p:nvSpPr>
              <p:cNvPr id="1066" name="TextBox 1065">
                <a:extLst>
                  <a:ext uri="{FF2B5EF4-FFF2-40B4-BE49-F238E27FC236}">
                    <a16:creationId xmlns:a16="http://schemas.microsoft.com/office/drawing/2014/main" id="{A00CD14A-AC32-6535-67FC-3C7572E98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5182" y="4245633"/>
                <a:ext cx="69134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7" name="TextBox 1066">
                <a:extLst>
                  <a:ext uri="{FF2B5EF4-FFF2-40B4-BE49-F238E27FC236}">
                    <a16:creationId xmlns:a16="http://schemas.microsoft.com/office/drawing/2014/main" id="{12DFB241-A9CD-4E0F-8E7E-904464DD1375}"/>
                  </a:ext>
                </a:extLst>
              </p:cNvPr>
              <p:cNvSpPr txBox="1"/>
              <p:nvPr/>
            </p:nvSpPr>
            <p:spPr>
              <a:xfrm>
                <a:off x="9623876" y="3321239"/>
                <a:ext cx="451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>
          <p:sp>
            <p:nvSpPr>
              <p:cNvPr id="1067" name="TextBox 1066">
                <a:extLst>
                  <a:ext uri="{FF2B5EF4-FFF2-40B4-BE49-F238E27FC236}">
                    <a16:creationId xmlns:a16="http://schemas.microsoft.com/office/drawing/2014/main" id="{12DFB241-A9CD-4E0F-8E7E-904464DD1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876" y="3321239"/>
                <a:ext cx="45179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8" name="TextBox 1067">
                <a:extLst>
                  <a:ext uri="{FF2B5EF4-FFF2-40B4-BE49-F238E27FC236}">
                    <a16:creationId xmlns:a16="http://schemas.microsoft.com/office/drawing/2014/main" id="{2A6878E3-5D08-BA6B-2FA6-143448849D64}"/>
                  </a:ext>
                </a:extLst>
              </p:cNvPr>
              <p:cNvSpPr txBox="1"/>
              <p:nvPr/>
            </p:nvSpPr>
            <p:spPr>
              <a:xfrm>
                <a:off x="9623876" y="2511642"/>
                <a:ext cx="4169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>
          <p:sp>
            <p:nvSpPr>
              <p:cNvPr id="1068" name="TextBox 1067">
                <a:extLst>
                  <a:ext uri="{FF2B5EF4-FFF2-40B4-BE49-F238E27FC236}">
                    <a16:creationId xmlns:a16="http://schemas.microsoft.com/office/drawing/2014/main" id="{2A6878E3-5D08-BA6B-2FA6-143448849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876" y="2511642"/>
                <a:ext cx="41697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9" name="TextBox 1068">
                <a:extLst>
                  <a:ext uri="{FF2B5EF4-FFF2-40B4-BE49-F238E27FC236}">
                    <a16:creationId xmlns:a16="http://schemas.microsoft.com/office/drawing/2014/main" id="{901603BC-3586-0916-B875-EF0100FE182E}"/>
                  </a:ext>
                </a:extLst>
              </p:cNvPr>
              <p:cNvSpPr txBox="1"/>
              <p:nvPr/>
            </p:nvSpPr>
            <p:spPr>
              <a:xfrm>
                <a:off x="11270005" y="2926855"/>
                <a:ext cx="4450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>
          <p:sp>
            <p:nvSpPr>
              <p:cNvPr id="1069" name="TextBox 1068">
                <a:extLst>
                  <a:ext uri="{FF2B5EF4-FFF2-40B4-BE49-F238E27FC236}">
                    <a16:creationId xmlns:a16="http://schemas.microsoft.com/office/drawing/2014/main" id="{901603BC-3586-0916-B875-EF0100FE1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0005" y="2926855"/>
                <a:ext cx="445058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0" name="Straight Arrow Connector 1069">
            <a:extLst>
              <a:ext uri="{FF2B5EF4-FFF2-40B4-BE49-F238E27FC236}">
                <a16:creationId xmlns:a16="http://schemas.microsoft.com/office/drawing/2014/main" id="{DDD58B1F-BD6A-BA43-1382-2EC2CF9809BA}"/>
              </a:ext>
            </a:extLst>
          </p:cNvPr>
          <p:cNvCxnSpPr>
            <a:cxnSpLocks/>
          </p:cNvCxnSpPr>
          <p:nvPr/>
        </p:nvCxnSpPr>
        <p:spPr>
          <a:xfrm flipH="1">
            <a:off x="10219931" y="2150141"/>
            <a:ext cx="822328" cy="0"/>
          </a:xfrm>
          <a:prstGeom prst="straightConnector1">
            <a:avLst/>
          </a:prstGeom>
          <a:ln w="38100">
            <a:solidFill>
              <a:srgbClr val="0000F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72" name="TextBox 1071">
                <a:extLst>
                  <a:ext uri="{FF2B5EF4-FFF2-40B4-BE49-F238E27FC236}">
                    <a16:creationId xmlns:a16="http://schemas.microsoft.com/office/drawing/2014/main" id="{095D1A60-AA14-D664-84A7-9F8600A48283}"/>
                  </a:ext>
                </a:extLst>
              </p:cNvPr>
              <p:cNvSpPr txBox="1"/>
              <p:nvPr/>
            </p:nvSpPr>
            <p:spPr>
              <a:xfrm>
                <a:off x="10445996" y="2257628"/>
                <a:ext cx="35471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sz="2400" b="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1072" name="TextBox 1071">
                <a:extLst>
                  <a:ext uri="{FF2B5EF4-FFF2-40B4-BE49-F238E27FC236}">
                    <a16:creationId xmlns:a16="http://schemas.microsoft.com/office/drawing/2014/main" id="{095D1A60-AA14-D664-84A7-9F8600A48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5996" y="2257628"/>
                <a:ext cx="35471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3" name="TextBox 1072">
            <a:extLst>
              <a:ext uri="{FF2B5EF4-FFF2-40B4-BE49-F238E27FC236}">
                <a16:creationId xmlns:a16="http://schemas.microsoft.com/office/drawing/2014/main" id="{A109F2FA-7F7C-ABD7-F9EB-07FA19E5FB3F}"/>
              </a:ext>
            </a:extLst>
          </p:cNvPr>
          <p:cNvSpPr txBox="1"/>
          <p:nvPr/>
        </p:nvSpPr>
        <p:spPr>
          <a:xfrm>
            <a:off x="10058133" y="1608090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solidFill>
                  <a:srgbClr val="0000FF"/>
                </a:solidFill>
              </a:rPr>
              <a:t>Motion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CF90C772-4200-DCFD-6CB9-8673A49F7411}"/>
              </a:ext>
            </a:extLst>
          </p:cNvPr>
          <p:cNvSpPr txBox="1"/>
          <p:nvPr/>
        </p:nvSpPr>
        <p:spPr>
          <a:xfrm>
            <a:off x="9646053" y="4820171"/>
            <a:ext cx="1970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RLC Circuit</a:t>
            </a:r>
          </a:p>
        </p:txBody>
      </p:sp>
    </p:spTree>
    <p:extLst>
      <p:ext uri="{BB962C8B-B14F-4D97-AF65-F5344CB8AC3E}">
        <p14:creationId xmlns:p14="http://schemas.microsoft.com/office/powerpoint/2010/main" val="1043171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D8BA01B-1535-EF48-8351-586D7C370F48}"/>
              </a:ext>
            </a:extLst>
          </p:cNvPr>
          <p:cNvSpPr/>
          <p:nvPr/>
        </p:nvSpPr>
        <p:spPr>
          <a:xfrm>
            <a:off x="0" y="1995947"/>
            <a:ext cx="12192000" cy="305783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5FF7DB-F3C9-8A34-0B2C-152FBDDF3046}"/>
              </a:ext>
            </a:extLst>
          </p:cNvPr>
          <p:cNvSpPr/>
          <p:nvPr/>
        </p:nvSpPr>
        <p:spPr>
          <a:xfrm>
            <a:off x="5307023" y="3087207"/>
            <a:ext cx="1297568" cy="951808"/>
          </a:xfrm>
          <a:prstGeom prst="rect">
            <a:avLst/>
          </a:prstGeom>
          <a:solidFill>
            <a:srgbClr val="D9D9FF"/>
          </a:solidFill>
          <a:ln w="571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101C08-7C81-AC76-0701-35B57DF57F6C}"/>
                  </a:ext>
                </a:extLst>
              </p:cNvPr>
              <p:cNvSpPr txBox="1"/>
              <p:nvPr/>
            </p:nvSpPr>
            <p:spPr>
              <a:xfrm>
                <a:off x="5651424" y="3252019"/>
                <a:ext cx="61965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200" b="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101C08-7C81-AC76-0701-35B57DF57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424" y="3252019"/>
                <a:ext cx="619657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2F1189-4AA1-BD60-7D04-B5CED0A4F02F}"/>
              </a:ext>
            </a:extLst>
          </p:cNvPr>
          <p:cNvCxnSpPr>
            <a:cxnSpLocks/>
          </p:cNvCxnSpPr>
          <p:nvPr/>
        </p:nvCxnSpPr>
        <p:spPr>
          <a:xfrm>
            <a:off x="4626831" y="2275083"/>
            <a:ext cx="0" cy="81332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74CBCD-1E05-5E1E-DF29-44846CA5C488}"/>
                  </a:ext>
                </a:extLst>
              </p:cNvPr>
              <p:cNvSpPr txBox="1"/>
              <p:nvPr/>
            </p:nvSpPr>
            <p:spPr>
              <a:xfrm>
                <a:off x="3939710" y="2408064"/>
                <a:ext cx="50424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74CBCD-1E05-5E1E-DF29-44846CA5C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9710" y="2408064"/>
                <a:ext cx="50424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022CC0D-D037-2D6E-488F-260E781C96D4}"/>
              </a:ext>
            </a:extLst>
          </p:cNvPr>
          <p:cNvCxnSpPr>
            <a:cxnSpLocks/>
          </p:cNvCxnSpPr>
          <p:nvPr/>
        </p:nvCxnSpPr>
        <p:spPr>
          <a:xfrm>
            <a:off x="4443951" y="2267910"/>
            <a:ext cx="3657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BBD92A-C2B9-0677-B495-11067C041F96}"/>
              </a:ext>
            </a:extLst>
          </p:cNvPr>
          <p:cNvCxnSpPr>
            <a:cxnSpLocks/>
          </p:cNvCxnSpPr>
          <p:nvPr/>
        </p:nvCxnSpPr>
        <p:spPr>
          <a:xfrm>
            <a:off x="5976886" y="4039015"/>
            <a:ext cx="0" cy="81332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6A8AE4-D6F3-6B86-A1AB-F04F6721476D}"/>
                  </a:ext>
                </a:extLst>
              </p:cNvPr>
              <p:cNvSpPr txBox="1"/>
              <p:nvPr/>
            </p:nvSpPr>
            <p:spPr>
              <a:xfrm>
                <a:off x="6118298" y="4153291"/>
                <a:ext cx="50610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6A8AE4-D6F3-6B86-A1AB-F04F67214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298" y="4153291"/>
                <a:ext cx="50610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1E2BB58-240F-1597-4E96-E9C8F857D92B}"/>
              </a:ext>
            </a:extLst>
          </p:cNvPr>
          <p:cNvCxnSpPr>
            <a:cxnSpLocks/>
          </p:cNvCxnSpPr>
          <p:nvPr/>
        </p:nvCxnSpPr>
        <p:spPr>
          <a:xfrm>
            <a:off x="4626831" y="3235519"/>
            <a:ext cx="0" cy="81332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D45B456-18B8-FDF2-1564-127062BFDBB1}"/>
                  </a:ext>
                </a:extLst>
              </p:cNvPr>
              <p:cNvSpPr txBox="1"/>
              <p:nvPr/>
            </p:nvSpPr>
            <p:spPr>
              <a:xfrm>
                <a:off x="3254144" y="3290219"/>
                <a:ext cx="12732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3200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D45B456-18B8-FDF2-1564-127062BFD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4144" y="3290219"/>
                <a:ext cx="1273297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4911333-F9AA-6DC5-4C31-036A72FBE8AD}"/>
              </a:ext>
            </a:extLst>
          </p:cNvPr>
          <p:cNvCxnSpPr>
            <a:cxnSpLocks/>
          </p:cNvCxnSpPr>
          <p:nvPr/>
        </p:nvCxnSpPr>
        <p:spPr>
          <a:xfrm flipV="1">
            <a:off x="5749746" y="2238414"/>
            <a:ext cx="0" cy="813328"/>
          </a:xfrm>
          <a:prstGeom prst="straightConnector1">
            <a:avLst/>
          </a:prstGeom>
          <a:ln w="28575">
            <a:solidFill>
              <a:srgbClr val="AEAEA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8AD9BFA-E0B3-AB5E-ADF2-43D61998C772}"/>
              </a:ext>
            </a:extLst>
          </p:cNvPr>
          <p:cNvCxnSpPr>
            <a:cxnSpLocks/>
          </p:cNvCxnSpPr>
          <p:nvPr/>
        </p:nvCxnSpPr>
        <p:spPr>
          <a:xfrm flipV="1">
            <a:off x="6162927" y="2248246"/>
            <a:ext cx="0" cy="813328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B20187-4E6A-88A6-0883-92166F9B5044}"/>
                  </a:ext>
                </a:extLst>
              </p:cNvPr>
              <p:cNvSpPr txBox="1"/>
              <p:nvPr/>
            </p:nvSpPr>
            <p:spPr>
              <a:xfrm>
                <a:off x="5029747" y="2372566"/>
                <a:ext cx="73026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AEAEAE"/>
                          </a:solidFill>
                          <a:latin typeface="Cambria Math" panose="02040503050406030204" pitchFamily="18" charset="0"/>
                        </a:rPr>
                        <m:t>𝑘𝑦</m:t>
                      </m:r>
                    </m:oMath>
                  </m:oMathPara>
                </a14:m>
                <a:endParaRPr lang="en-US" sz="3200" b="0" dirty="0">
                  <a:solidFill>
                    <a:srgbClr val="AEAEAE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B20187-4E6A-88A6-0883-92166F9B5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747" y="2372566"/>
                <a:ext cx="730265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5E71F-A910-370A-15B9-ECBEAC047AD9}"/>
                  </a:ext>
                </a:extLst>
              </p:cNvPr>
              <p:cNvSpPr txBox="1"/>
              <p:nvPr/>
            </p:nvSpPr>
            <p:spPr>
              <a:xfrm>
                <a:off x="6191223" y="2389359"/>
                <a:ext cx="70641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acc>
                        <m:accPr>
                          <m:chr m:val="̇"/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3200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5E71F-A910-370A-15B9-ECBEAC047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1223" y="2389359"/>
                <a:ext cx="706412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8015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2805</TotalTime>
  <Words>76</Words>
  <Application>Microsoft Office PowerPoint</Application>
  <PresentationFormat>Widescreen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Mitchell Fowler</dc:creator>
  <cp:lastModifiedBy>Mitchell Fowler</cp:lastModifiedBy>
  <cp:revision>1</cp:revision>
  <dcterms:created xsi:type="dcterms:W3CDTF">2026-02-01T05:32:22Z</dcterms:created>
  <dcterms:modified xsi:type="dcterms:W3CDTF">2026-02-04T00:03:08Z</dcterms:modified>
</cp:coreProperties>
</file>