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EAE"/>
    <a:srgbClr val="D9D9FF"/>
    <a:srgbClr val="0000FF"/>
    <a:srgbClr val="000000"/>
    <a:srgbClr val="C1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A1624-E9CB-4914-8755-EACC6633DDFF}" v="93" dt="2026-02-02T04:36:0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60"/>
  </p:normalViewPr>
  <p:slideViewPr>
    <p:cSldViewPr snapToGrid="0">
      <p:cViewPr>
        <p:scale>
          <a:sx n="75" d="100"/>
          <a:sy n="75" d="100"/>
        </p:scale>
        <p:origin x="-439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chell Fowler" userId="0c3d3d0c9a062725" providerId="LiveId" clId="{50F2C5C9-6B18-44BE-87E6-70F8E9E3C765}"/>
    <pc:docChg chg="undo custSel addSld modSld sldOrd">
      <pc:chgData name="Mitchell Fowler" userId="0c3d3d0c9a062725" providerId="LiveId" clId="{50F2C5C9-6B18-44BE-87E6-70F8E9E3C765}" dt="2026-02-02T04:36:17.987" v="653" actId="1036"/>
      <pc:docMkLst>
        <pc:docMk/>
      </pc:docMkLst>
      <pc:sldChg chg="addSp delSp modSp mod ord">
        <pc:chgData name="Mitchell Fowler" userId="0c3d3d0c9a062725" providerId="LiveId" clId="{50F2C5C9-6B18-44BE-87E6-70F8E9E3C765}" dt="2026-02-02T00:46:04.254" v="625" actId="1076"/>
        <pc:sldMkLst>
          <pc:docMk/>
          <pc:sldMk cId="3354288650" sldId="257"/>
        </pc:sldMkLst>
        <pc:spChg chg="mod">
          <ac:chgData name="Mitchell Fowler" userId="0c3d3d0c9a062725" providerId="LiveId" clId="{50F2C5C9-6B18-44BE-87E6-70F8E9E3C765}" dt="2026-02-01T23:59:47.151" v="200" actId="164"/>
          <ac:spMkLst>
            <pc:docMk/>
            <pc:sldMk cId="3354288650" sldId="257"/>
            <ac:spMk id="10" creationId="{001FE2FC-7C4F-90DD-6C9F-FD8554CB6CCE}"/>
          </ac:spMkLst>
        </pc:spChg>
        <pc:spChg chg="mod">
          <ac:chgData name="Mitchell Fowler" userId="0c3d3d0c9a062725" providerId="LiveId" clId="{50F2C5C9-6B18-44BE-87E6-70F8E9E3C765}" dt="2026-02-02T00:03:44.090" v="286" actId="1076"/>
          <ac:spMkLst>
            <pc:docMk/>
            <pc:sldMk cId="3354288650" sldId="257"/>
            <ac:spMk id="11" creationId="{F0756FEC-6A86-921A-7736-1F6152D329B0}"/>
          </ac:spMkLst>
        </pc:spChg>
        <pc:spChg chg="mod">
          <ac:chgData name="Mitchell Fowler" userId="0c3d3d0c9a062725" providerId="LiveId" clId="{50F2C5C9-6B18-44BE-87E6-70F8E9E3C765}" dt="2026-02-02T00:03:44.090" v="286" actId="1076"/>
          <ac:spMkLst>
            <pc:docMk/>
            <pc:sldMk cId="3354288650" sldId="257"/>
            <ac:spMk id="12" creationId="{DD4B585F-06B7-B1C9-5E2E-D0A8F35C9386}"/>
          </ac:spMkLst>
        </pc:spChg>
        <pc:spChg chg="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13" creationId="{6AC595E2-716D-F037-C9D0-4164A3282489}"/>
          </ac:spMkLst>
        </pc:spChg>
        <pc:spChg chg="mod">
          <ac:chgData name="Mitchell Fowler" userId="0c3d3d0c9a062725" providerId="LiveId" clId="{50F2C5C9-6B18-44BE-87E6-70F8E9E3C765}" dt="2026-02-02T00:01:38.241" v="238" actId="1035"/>
          <ac:spMkLst>
            <pc:docMk/>
            <pc:sldMk cId="3354288650" sldId="257"/>
            <ac:spMk id="73" creationId="{5B581A85-0E7D-9AA9-5970-835C87A7B8BD}"/>
          </ac:spMkLst>
        </pc:spChg>
        <pc:spChg chg="del mod">
          <ac:chgData name="Mitchell Fowler" userId="0c3d3d0c9a062725" providerId="LiveId" clId="{50F2C5C9-6B18-44BE-87E6-70F8E9E3C765}" dt="2026-02-02T00:01:32.603" v="225" actId="478"/>
          <ac:spMkLst>
            <pc:docMk/>
            <pc:sldMk cId="3354288650" sldId="257"/>
            <ac:spMk id="74" creationId="{A281D70D-CF40-A9F2-0E13-EAD38BC00C7E}"/>
          </ac:spMkLst>
        </pc:spChg>
        <pc:spChg chg="del mod">
          <ac:chgData name="Mitchell Fowler" userId="0c3d3d0c9a062725" providerId="LiveId" clId="{50F2C5C9-6B18-44BE-87E6-70F8E9E3C765}" dt="2026-02-01T23:57:55.269" v="174" actId="478"/>
          <ac:spMkLst>
            <pc:docMk/>
            <pc:sldMk cId="3354288650" sldId="257"/>
            <ac:spMk id="75" creationId="{E6B8B9F4-F42C-BA82-2B6C-87B6F9F04433}"/>
          </ac:spMkLst>
        </pc:spChg>
        <pc:spChg chg="del">
          <ac:chgData name="Mitchell Fowler" userId="0c3d3d0c9a062725" providerId="LiveId" clId="{50F2C5C9-6B18-44BE-87E6-70F8E9E3C765}" dt="2026-02-01T23:57:55.269" v="174" actId="478"/>
          <ac:spMkLst>
            <pc:docMk/>
            <pc:sldMk cId="3354288650" sldId="257"/>
            <ac:spMk id="76" creationId="{539FDF10-0C9E-CEEF-B302-4C165F0F7604}"/>
          </ac:spMkLst>
        </pc:spChg>
        <pc:spChg chg="del mod">
          <ac:chgData name="Mitchell Fowler" userId="0c3d3d0c9a062725" providerId="LiveId" clId="{50F2C5C9-6B18-44BE-87E6-70F8E9E3C765}" dt="2026-02-01T23:57:55.269" v="174" actId="478"/>
          <ac:spMkLst>
            <pc:docMk/>
            <pc:sldMk cId="3354288650" sldId="257"/>
            <ac:spMk id="77" creationId="{4B658B74-DEA8-740E-931F-462F14F72BBC}"/>
          </ac:spMkLst>
        </pc:spChg>
        <pc:spChg chg="del mod">
          <ac:chgData name="Mitchell Fowler" userId="0c3d3d0c9a062725" providerId="LiveId" clId="{50F2C5C9-6B18-44BE-87E6-70F8E9E3C765}" dt="2026-02-01T23:57:55.269" v="174" actId="478"/>
          <ac:spMkLst>
            <pc:docMk/>
            <pc:sldMk cId="3354288650" sldId="257"/>
            <ac:spMk id="78" creationId="{2E44DE19-968C-740A-0D1D-AF8BACD1BAED}"/>
          </ac:spMkLst>
        </pc:spChg>
        <pc:spChg chg="mod">
          <ac:chgData name="Mitchell Fowler" userId="0c3d3d0c9a062725" providerId="LiveId" clId="{50F2C5C9-6B18-44BE-87E6-70F8E9E3C765}" dt="2026-02-02T00:46:04.254" v="625" actId="1076"/>
          <ac:spMkLst>
            <pc:docMk/>
            <pc:sldMk cId="3354288650" sldId="257"/>
            <ac:spMk id="94" creationId="{B98E8906-A362-90B4-B084-A6AF5EDFBFBB}"/>
          </ac:spMkLst>
        </pc:spChg>
        <pc:spChg chg="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98" creationId="{D35BDBF6-90B2-C881-CF19-9EE9B0DB826C}"/>
          </ac:spMkLst>
        </pc:spChg>
        <pc:spChg chg="add mod">
          <ac:chgData name="Mitchell Fowler" userId="0c3d3d0c9a062725" providerId="LiveId" clId="{50F2C5C9-6B18-44BE-87E6-70F8E9E3C765}" dt="2026-02-02T00:03:44.090" v="286" actId="1076"/>
          <ac:spMkLst>
            <pc:docMk/>
            <pc:sldMk cId="3354288650" sldId="257"/>
            <ac:spMk id="108" creationId="{0DA8AD53-12C1-89CD-EFB7-10E91DD38751}"/>
          </ac:spMkLst>
        </pc:spChg>
        <pc:spChg chg="add del mod">
          <ac:chgData name="Mitchell Fowler" userId="0c3d3d0c9a062725" providerId="LiveId" clId="{50F2C5C9-6B18-44BE-87E6-70F8E9E3C765}" dt="2026-02-02T00:02:04.370" v="241" actId="478"/>
          <ac:spMkLst>
            <pc:docMk/>
            <pc:sldMk cId="3354288650" sldId="257"/>
            <ac:spMk id="116" creationId="{24ED8CE8-F1A9-727A-3B6D-1E5D3D1EB051}"/>
          </ac:spMkLst>
        </pc:spChg>
        <pc:spChg chg="add mod">
          <ac:chgData name="Mitchell Fowler" userId="0c3d3d0c9a062725" providerId="LiveId" clId="{50F2C5C9-6B18-44BE-87E6-70F8E9E3C765}" dt="2026-02-02T00:03:44.090" v="286" actId="1076"/>
          <ac:spMkLst>
            <pc:docMk/>
            <pc:sldMk cId="3354288650" sldId="257"/>
            <ac:spMk id="117" creationId="{578B9119-EC1C-1EFD-A94B-6F6C227E5A6A}"/>
          </ac:spMkLst>
        </pc:spChg>
        <pc:spChg chg="mod">
          <ac:chgData name="Mitchell Fowler" userId="0c3d3d0c9a062725" providerId="LiveId" clId="{50F2C5C9-6B18-44BE-87E6-70F8E9E3C765}" dt="2026-02-02T00:03:54.460" v="287"/>
          <ac:spMkLst>
            <pc:docMk/>
            <pc:sldMk cId="3354288650" sldId="257"/>
            <ac:spMk id="119" creationId="{37667E2B-9121-3843-ACC0-B1CC6F38CE4E}"/>
          </ac:spMkLst>
        </pc:spChg>
        <pc:spChg chg="mod">
          <ac:chgData name="Mitchell Fowler" userId="0c3d3d0c9a062725" providerId="LiveId" clId="{50F2C5C9-6B18-44BE-87E6-70F8E9E3C765}" dt="2026-02-02T00:03:54.460" v="287"/>
          <ac:spMkLst>
            <pc:docMk/>
            <pc:sldMk cId="3354288650" sldId="257"/>
            <ac:spMk id="120" creationId="{A39EA9B7-E542-B8D3-5DE9-148705E496EB}"/>
          </ac:spMkLst>
        </pc:spChg>
        <pc:spChg chg="mod">
          <ac:chgData name="Mitchell Fowler" userId="0c3d3d0c9a062725" providerId="LiveId" clId="{50F2C5C9-6B18-44BE-87E6-70F8E9E3C765}" dt="2026-02-02T00:03:54.460" v="287"/>
          <ac:spMkLst>
            <pc:docMk/>
            <pc:sldMk cId="3354288650" sldId="257"/>
            <ac:spMk id="121" creationId="{313FB27F-85D1-F1E0-D866-4E197637DB39}"/>
          </ac:spMkLst>
        </pc:spChg>
        <pc:spChg chg="add mod">
          <ac:chgData name="Mitchell Fowler" userId="0c3d3d0c9a062725" providerId="LiveId" clId="{50F2C5C9-6B18-44BE-87E6-70F8E9E3C765}" dt="2026-02-02T00:30:58.222" v="395" actId="1038"/>
          <ac:spMkLst>
            <pc:docMk/>
            <pc:sldMk cId="3354288650" sldId="257"/>
            <ac:spMk id="122" creationId="{7BDBB9A4-9666-36D4-3A2F-D2237DEF616D}"/>
          </ac:spMkLst>
        </pc:spChg>
        <pc:spChg chg="add 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123" creationId="{CFB40BAC-E779-0654-298F-840406A5941B}"/>
          </ac:spMkLst>
        </pc:spChg>
        <pc:spChg chg="add mod">
          <ac:chgData name="Mitchell Fowler" userId="0c3d3d0c9a062725" providerId="LiveId" clId="{50F2C5C9-6B18-44BE-87E6-70F8E9E3C765}" dt="2026-02-02T00:30:58.222" v="395" actId="1038"/>
          <ac:spMkLst>
            <pc:docMk/>
            <pc:sldMk cId="3354288650" sldId="257"/>
            <ac:spMk id="124" creationId="{3633F53B-5633-5A43-4459-B2334FFAA1C1}"/>
          </ac:spMkLst>
        </pc:spChg>
        <pc:spChg chg="mod">
          <ac:chgData name="Mitchell Fowler" userId="0c3d3d0c9a062725" providerId="LiveId" clId="{50F2C5C9-6B18-44BE-87E6-70F8E9E3C765}" dt="2026-02-02T00:03:54.460" v="287"/>
          <ac:spMkLst>
            <pc:docMk/>
            <pc:sldMk cId="3354288650" sldId="257"/>
            <ac:spMk id="129" creationId="{D88CCD84-CD4A-11FB-8EA5-FB86BA9FBD9D}"/>
          </ac:spMkLst>
        </pc:spChg>
        <pc:spChg chg="mod">
          <ac:chgData name="Mitchell Fowler" userId="0c3d3d0c9a062725" providerId="LiveId" clId="{50F2C5C9-6B18-44BE-87E6-70F8E9E3C765}" dt="2026-02-02T00:03:54.460" v="287"/>
          <ac:spMkLst>
            <pc:docMk/>
            <pc:sldMk cId="3354288650" sldId="257"/>
            <ac:spMk id="130" creationId="{39D1238A-E04D-DF3A-4F86-00A41909158E}"/>
          </ac:spMkLst>
        </pc:spChg>
        <pc:spChg chg="add 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132" creationId="{C4F7D790-90F7-29B7-01CE-68EDBBB361BF}"/>
          </ac:spMkLst>
        </pc:spChg>
        <pc:spChg chg="del mod">
          <ac:chgData name="Mitchell Fowler" userId="0c3d3d0c9a062725" providerId="LiveId" clId="{50F2C5C9-6B18-44BE-87E6-70F8E9E3C765}" dt="2026-02-02T00:45:29.250" v="619" actId="478"/>
          <ac:spMkLst>
            <pc:docMk/>
            <pc:sldMk cId="3354288650" sldId="257"/>
            <ac:spMk id="135" creationId="{762D0BF1-97FB-73A9-648E-68570FD67EFD}"/>
          </ac:spMkLst>
        </pc:spChg>
        <pc:spChg chg="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137" creationId="{00A7A237-A09C-3BD2-515D-4055CCB02F42}"/>
          </ac:spMkLst>
        </pc:spChg>
        <pc:spChg chg="add mod">
          <ac:chgData name="Mitchell Fowler" userId="0c3d3d0c9a062725" providerId="LiveId" clId="{50F2C5C9-6B18-44BE-87E6-70F8E9E3C765}" dt="2026-02-02T00:30:58.222" v="395" actId="1038"/>
          <ac:spMkLst>
            <pc:docMk/>
            <pc:sldMk cId="3354288650" sldId="257"/>
            <ac:spMk id="138" creationId="{0BB1FC4E-EDBD-CE99-4166-9845466E12AB}"/>
          </ac:spMkLst>
        </pc:spChg>
        <pc:spChg chg="mod">
          <ac:chgData name="Mitchell Fowler" userId="0c3d3d0c9a062725" providerId="LiveId" clId="{50F2C5C9-6B18-44BE-87E6-70F8E9E3C765}" dt="2026-02-02T00:31:10.851" v="396"/>
          <ac:spMkLst>
            <pc:docMk/>
            <pc:sldMk cId="3354288650" sldId="257"/>
            <ac:spMk id="143" creationId="{DCC6A8B5-9C16-75B8-4F1B-73624D6AF0C6}"/>
          </ac:spMkLst>
        </pc:spChg>
        <pc:spChg chg="mod">
          <ac:chgData name="Mitchell Fowler" userId="0c3d3d0c9a062725" providerId="LiveId" clId="{50F2C5C9-6B18-44BE-87E6-70F8E9E3C765}" dt="2026-02-02T00:31:10.851" v="396"/>
          <ac:spMkLst>
            <pc:docMk/>
            <pc:sldMk cId="3354288650" sldId="257"/>
            <ac:spMk id="144" creationId="{75C6F5A9-845F-6294-6A47-88C0BBA49256}"/>
          </ac:spMkLst>
        </pc:spChg>
        <pc:spChg chg="add mod">
          <ac:chgData name="Mitchell Fowler" userId="0c3d3d0c9a062725" providerId="LiveId" clId="{50F2C5C9-6B18-44BE-87E6-70F8E9E3C765}" dt="2026-02-02T00:31:28.010" v="397" actId="1076"/>
          <ac:spMkLst>
            <pc:docMk/>
            <pc:sldMk cId="3354288650" sldId="257"/>
            <ac:spMk id="146" creationId="{F9F9FB58-0E0A-027C-FAEB-9D6C1C6D479F}"/>
          </ac:spMkLst>
        </pc:spChg>
        <pc:spChg chg="add 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147" creationId="{69877BCF-8061-0910-65C6-22881EED7EDB}"/>
          </ac:spMkLst>
        </pc:spChg>
        <pc:spChg chg="mod">
          <ac:chgData name="Mitchell Fowler" userId="0c3d3d0c9a062725" providerId="LiveId" clId="{50F2C5C9-6B18-44BE-87E6-70F8E9E3C765}" dt="2026-02-02T00:31:28.010" v="397" actId="1076"/>
          <ac:spMkLst>
            <pc:docMk/>
            <pc:sldMk cId="3354288650" sldId="257"/>
            <ac:spMk id="148" creationId="{704F3638-F74C-7263-9533-0544FFDE1A4E}"/>
          </ac:spMkLst>
        </pc:spChg>
        <pc:spChg chg="mod">
          <ac:chgData name="Mitchell Fowler" userId="0c3d3d0c9a062725" providerId="LiveId" clId="{50F2C5C9-6B18-44BE-87E6-70F8E9E3C765}" dt="2026-02-02T00:31:10.851" v="396"/>
          <ac:spMkLst>
            <pc:docMk/>
            <pc:sldMk cId="3354288650" sldId="257"/>
            <ac:spMk id="153" creationId="{A945D821-8BE9-F129-FC83-2378838787D0}"/>
          </ac:spMkLst>
        </pc:spChg>
        <pc:spChg chg="mod">
          <ac:chgData name="Mitchell Fowler" userId="0c3d3d0c9a062725" providerId="LiveId" clId="{50F2C5C9-6B18-44BE-87E6-70F8E9E3C765}" dt="2026-02-02T00:31:10.851" v="396"/>
          <ac:spMkLst>
            <pc:docMk/>
            <pc:sldMk cId="3354288650" sldId="257"/>
            <ac:spMk id="154" creationId="{C3BBB0B8-FD5C-1547-FC47-F4CF475D8B56}"/>
          </ac:spMkLst>
        </pc:spChg>
        <pc:spChg chg="add 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156" creationId="{58B582D9-4A30-30A1-417B-35421CC09803}"/>
          </ac:spMkLst>
        </pc:spChg>
        <pc:spChg chg="add del mod">
          <ac:chgData name="Mitchell Fowler" userId="0c3d3d0c9a062725" providerId="LiveId" clId="{50F2C5C9-6B18-44BE-87E6-70F8E9E3C765}" dt="2026-02-02T00:45:46.887" v="623" actId="478"/>
          <ac:spMkLst>
            <pc:docMk/>
            <pc:sldMk cId="3354288650" sldId="257"/>
            <ac:spMk id="159" creationId="{83C1074A-9320-88F1-B099-9E70DF61457A}"/>
          </ac:spMkLst>
        </pc:spChg>
        <pc:spChg chg="add mod">
          <ac:chgData name="Mitchell Fowler" userId="0c3d3d0c9a062725" providerId="LiveId" clId="{50F2C5C9-6B18-44BE-87E6-70F8E9E3C765}" dt="2026-02-02T00:43:49.869" v="609" actId="1035"/>
          <ac:spMkLst>
            <pc:docMk/>
            <pc:sldMk cId="3354288650" sldId="257"/>
            <ac:spMk id="161" creationId="{30997BC6-6593-9118-40E6-A37DB36CE2EE}"/>
          </ac:spMkLst>
        </pc:spChg>
        <pc:spChg chg="add mod">
          <ac:chgData name="Mitchell Fowler" userId="0c3d3d0c9a062725" providerId="LiveId" clId="{50F2C5C9-6B18-44BE-87E6-70F8E9E3C765}" dt="2026-02-02T00:42:34.162" v="605" actId="1038"/>
          <ac:spMkLst>
            <pc:docMk/>
            <pc:sldMk cId="3354288650" sldId="257"/>
            <ac:spMk id="162" creationId="{4F7B1280-D067-FFDA-EF18-6A1488BF9C54}"/>
          </ac:spMkLst>
        </pc:spChg>
        <pc:spChg chg="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66" creationId="{C11ADB87-399F-08DD-C547-B39FF5CA9E46}"/>
          </ac:spMkLst>
        </pc:spChg>
        <pc:spChg chg="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67" creationId="{5DA8580D-8B5B-D649-AC40-8DF455D931F6}"/>
          </ac:spMkLst>
        </pc:spChg>
        <pc:spChg chg="add 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68" creationId="{E55E081C-1E0D-B19A-C11E-1226A0F9F03B}"/>
          </ac:spMkLst>
        </pc:spChg>
        <pc:spChg chg="add 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69" creationId="{A2D310FE-9591-3A60-014A-B3A51B4E3DE3}"/>
          </ac:spMkLst>
        </pc:spChg>
        <pc:spChg chg="add 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70" creationId="{F9AC88E8-5107-9E41-E1D3-154BCEA2DCEF}"/>
          </ac:spMkLst>
        </pc:spChg>
        <pc:spChg chg="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75" creationId="{4F81440B-D20A-CFF8-F924-B80C4743D0B9}"/>
          </ac:spMkLst>
        </pc:spChg>
        <pc:spChg chg="add 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78" creationId="{1C7B5473-1737-B91E-0F8C-BAE253DD5ACF}"/>
          </ac:spMkLst>
        </pc:spChg>
        <pc:spChg chg="add 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81" creationId="{189E6947-BFF4-16F1-CBFD-4C392DE6E23C}"/>
          </ac:spMkLst>
        </pc:spChg>
        <pc:spChg chg="add 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83" creationId="{323A9213-21A4-4416-B5CE-79BD6AF0433E}"/>
          </ac:spMkLst>
        </pc:spChg>
        <pc:spChg chg="add mod">
          <ac:chgData name="Mitchell Fowler" userId="0c3d3d0c9a062725" providerId="LiveId" clId="{50F2C5C9-6B18-44BE-87E6-70F8E9E3C765}" dt="2026-02-02T00:32:05.302" v="398"/>
          <ac:spMkLst>
            <pc:docMk/>
            <pc:sldMk cId="3354288650" sldId="257"/>
            <ac:spMk id="184" creationId="{2D0B3D78-ED3C-E378-69BA-02C633E1D081}"/>
          </ac:spMkLst>
        </pc:spChg>
        <pc:spChg chg="mod">
          <ac:chgData name="Mitchell Fowler" userId="0c3d3d0c9a062725" providerId="LiveId" clId="{50F2C5C9-6B18-44BE-87E6-70F8E9E3C765}" dt="2026-02-02T00:34:28.311" v="413" actId="208"/>
          <ac:spMkLst>
            <pc:docMk/>
            <pc:sldMk cId="3354288650" sldId="257"/>
            <ac:spMk id="187" creationId="{E2B892E8-19EF-E302-CBEB-1F2E62074B13}"/>
          </ac:spMkLst>
        </pc:spChg>
        <pc:spChg chg="mod">
          <ac:chgData name="Mitchell Fowler" userId="0c3d3d0c9a062725" providerId="LiveId" clId="{50F2C5C9-6B18-44BE-87E6-70F8E9E3C765}" dt="2026-02-02T00:34:28.311" v="413" actId="208"/>
          <ac:spMkLst>
            <pc:docMk/>
            <pc:sldMk cId="3354288650" sldId="257"/>
            <ac:spMk id="188" creationId="{ADA905EA-8D57-E330-F32A-DB0EAA02AAF9}"/>
          </ac:spMkLst>
        </pc:spChg>
        <pc:spChg chg="mod">
          <ac:chgData name="Mitchell Fowler" userId="0c3d3d0c9a062725" providerId="LiveId" clId="{50F2C5C9-6B18-44BE-87E6-70F8E9E3C765}" dt="2026-02-02T00:34:28.311" v="413" actId="208"/>
          <ac:spMkLst>
            <pc:docMk/>
            <pc:sldMk cId="3354288650" sldId="257"/>
            <ac:spMk id="189" creationId="{4AF33CE0-C234-754C-4CD8-47C003A84696}"/>
          </ac:spMkLst>
        </pc:spChg>
        <pc:spChg chg="mod">
          <ac:chgData name="Mitchell Fowler" userId="0c3d3d0c9a062725" providerId="LiveId" clId="{50F2C5C9-6B18-44BE-87E6-70F8E9E3C765}" dt="2026-02-02T00:34:28.311" v="413" actId="208"/>
          <ac:spMkLst>
            <pc:docMk/>
            <pc:sldMk cId="3354288650" sldId="257"/>
            <ac:spMk id="191" creationId="{49D7DE23-B945-B90F-9571-C4F77FCD81BD}"/>
          </ac:spMkLst>
        </pc:spChg>
        <pc:spChg chg="del mod">
          <ac:chgData name="Mitchell Fowler" userId="0c3d3d0c9a062725" providerId="LiveId" clId="{50F2C5C9-6B18-44BE-87E6-70F8E9E3C765}" dt="2026-02-02T00:34:48.698" v="414" actId="478"/>
          <ac:spMkLst>
            <pc:docMk/>
            <pc:sldMk cId="3354288650" sldId="257"/>
            <ac:spMk id="192" creationId="{087B5A98-70A7-E576-25F6-F4BE162764E4}"/>
          </ac:spMkLst>
        </pc:spChg>
        <pc:spChg chg="mod">
          <ac:chgData name="Mitchell Fowler" userId="0c3d3d0c9a062725" providerId="LiveId" clId="{50F2C5C9-6B18-44BE-87E6-70F8E9E3C765}" dt="2026-02-02T00:39:47.340" v="479" actId="208"/>
          <ac:spMkLst>
            <pc:docMk/>
            <pc:sldMk cId="3354288650" sldId="257"/>
            <ac:spMk id="195" creationId="{E1D283E5-B450-4F38-1FA5-36AC746B29A9}"/>
          </ac:spMkLst>
        </pc:spChg>
        <pc:spChg chg="mod">
          <ac:chgData name="Mitchell Fowler" userId="0c3d3d0c9a062725" providerId="LiveId" clId="{50F2C5C9-6B18-44BE-87E6-70F8E9E3C765}" dt="2026-02-02T00:39:47.340" v="479" actId="208"/>
          <ac:spMkLst>
            <pc:docMk/>
            <pc:sldMk cId="3354288650" sldId="257"/>
            <ac:spMk id="196" creationId="{A704CC02-12AF-9672-97A0-B2FED6287D41}"/>
          </ac:spMkLst>
        </pc:spChg>
        <pc:spChg chg="mod">
          <ac:chgData name="Mitchell Fowler" userId="0c3d3d0c9a062725" providerId="LiveId" clId="{50F2C5C9-6B18-44BE-87E6-70F8E9E3C765}" dt="2026-02-02T00:39:47.340" v="479" actId="208"/>
          <ac:spMkLst>
            <pc:docMk/>
            <pc:sldMk cId="3354288650" sldId="257"/>
            <ac:spMk id="197" creationId="{738A5FAA-735C-47D6-6F92-A244B7C3746D}"/>
          </ac:spMkLst>
        </pc:spChg>
        <pc:spChg chg="del mod topLvl">
          <ac:chgData name="Mitchell Fowler" userId="0c3d3d0c9a062725" providerId="LiveId" clId="{50F2C5C9-6B18-44BE-87E6-70F8E9E3C765}" dt="2026-02-02T00:40:43.726" v="481" actId="478"/>
          <ac:spMkLst>
            <pc:docMk/>
            <pc:sldMk cId="3354288650" sldId="257"/>
            <ac:spMk id="199" creationId="{230484CD-053F-F200-B0B1-015D5C309897}"/>
          </ac:spMkLst>
        </pc:spChg>
        <pc:spChg chg="del mod topLvl">
          <ac:chgData name="Mitchell Fowler" userId="0c3d3d0c9a062725" providerId="LiveId" clId="{50F2C5C9-6B18-44BE-87E6-70F8E9E3C765}" dt="2026-02-02T00:36:38.801" v="456" actId="478"/>
          <ac:spMkLst>
            <pc:docMk/>
            <pc:sldMk cId="3354288650" sldId="257"/>
            <ac:spMk id="200" creationId="{15B299C1-BB2A-4B5A-A3DC-9FCDFDA91E1A}"/>
          </ac:spMkLst>
        </pc:spChg>
        <pc:grpChg chg="mod">
          <ac:chgData name="Mitchell Fowler" userId="0c3d3d0c9a062725" providerId="LiveId" clId="{50F2C5C9-6B18-44BE-87E6-70F8E9E3C765}" dt="2026-02-02T00:03:44.090" v="286" actId="1076"/>
          <ac:grpSpMkLst>
            <pc:docMk/>
            <pc:sldMk cId="3354288650" sldId="257"/>
            <ac:grpSpMk id="72" creationId="{37651786-1F7B-00AE-C670-D357590911E4}"/>
          </ac:grpSpMkLst>
        </pc:grpChg>
        <pc:grpChg chg="add mod">
          <ac:chgData name="Mitchell Fowler" userId="0c3d3d0c9a062725" providerId="LiveId" clId="{50F2C5C9-6B18-44BE-87E6-70F8E9E3C765}" dt="2026-02-02T00:03:44.090" v="286" actId="1076"/>
          <ac:grpSpMkLst>
            <pc:docMk/>
            <pc:sldMk cId="3354288650" sldId="257"/>
            <ac:grpSpMk id="114" creationId="{5336F0C9-769A-992F-5895-B94AB3E6D5A3}"/>
          </ac:grpSpMkLst>
        </pc:grpChg>
        <pc:grpChg chg="mod">
          <ac:chgData name="Mitchell Fowler" userId="0c3d3d0c9a062725" providerId="LiveId" clId="{50F2C5C9-6B18-44BE-87E6-70F8E9E3C765}" dt="2026-02-02T00:39:12.361" v="477" actId="1035"/>
          <ac:grpSpMkLst>
            <pc:docMk/>
            <pc:sldMk cId="3354288650" sldId="257"/>
            <ac:grpSpMk id="118" creationId="{FD9FE292-784B-D038-55EA-4FBB50B2F86E}"/>
          </ac:grpSpMkLst>
        </pc:grpChg>
        <pc:grpChg chg="mod">
          <ac:chgData name="Mitchell Fowler" userId="0c3d3d0c9a062725" providerId="LiveId" clId="{50F2C5C9-6B18-44BE-87E6-70F8E9E3C765}" dt="2026-02-02T00:30:58.222" v="395" actId="1038"/>
          <ac:grpSpMkLst>
            <pc:docMk/>
            <pc:sldMk cId="3354288650" sldId="257"/>
            <ac:grpSpMk id="128" creationId="{F425662E-A564-335D-578C-7EE35C497BCD}"/>
          </ac:grpSpMkLst>
        </pc:grpChg>
        <pc:grpChg chg="mod">
          <ac:chgData name="Mitchell Fowler" userId="0c3d3d0c9a062725" providerId="LiveId" clId="{50F2C5C9-6B18-44BE-87E6-70F8E9E3C765}" dt="2026-02-02T00:41:23.587" v="540" actId="14100"/>
          <ac:grpSpMkLst>
            <pc:docMk/>
            <pc:sldMk cId="3354288650" sldId="257"/>
            <ac:grpSpMk id="142" creationId="{0D0F4B7E-F72D-8C6C-3E04-31E283932D7C}"/>
          </ac:grpSpMkLst>
        </pc:grpChg>
        <pc:grpChg chg="mod">
          <ac:chgData name="Mitchell Fowler" userId="0c3d3d0c9a062725" providerId="LiveId" clId="{50F2C5C9-6B18-44BE-87E6-70F8E9E3C765}" dt="2026-02-02T00:41:08.468" v="538" actId="1035"/>
          <ac:grpSpMkLst>
            <pc:docMk/>
            <pc:sldMk cId="3354288650" sldId="257"/>
            <ac:grpSpMk id="152" creationId="{F42A8957-C718-B497-EB7D-078195F8F6A1}"/>
          </ac:grpSpMkLst>
        </pc:grpChg>
        <pc:grpChg chg="add mod ord">
          <ac:chgData name="Mitchell Fowler" userId="0c3d3d0c9a062725" providerId="LiveId" clId="{50F2C5C9-6B18-44BE-87E6-70F8E9E3C765}" dt="2026-02-02T00:34:03.318" v="412" actId="207"/>
          <ac:grpSpMkLst>
            <pc:docMk/>
            <pc:sldMk cId="3354288650" sldId="257"/>
            <ac:grpSpMk id="186" creationId="{C345B606-54F4-10A8-99F9-F388CDE130D0}"/>
          </ac:grpSpMkLst>
        </pc:grpChg>
        <pc:grpChg chg="add del mod ord">
          <ac:chgData name="Mitchell Fowler" userId="0c3d3d0c9a062725" providerId="LiveId" clId="{50F2C5C9-6B18-44BE-87E6-70F8E9E3C765}" dt="2026-02-02T00:34:48.698" v="414" actId="478"/>
          <ac:grpSpMkLst>
            <pc:docMk/>
            <pc:sldMk cId="3354288650" sldId="257"/>
            <ac:grpSpMk id="190" creationId="{6018A963-E41D-FAA3-9BF3-7385DEC1E181}"/>
          </ac:grpSpMkLst>
        </pc:grpChg>
        <pc:grpChg chg="add del mod">
          <ac:chgData name="Mitchell Fowler" userId="0c3d3d0c9a062725" providerId="LiveId" clId="{50F2C5C9-6B18-44BE-87E6-70F8E9E3C765}" dt="2026-02-02T00:40:49.482" v="483" actId="478"/>
          <ac:grpSpMkLst>
            <pc:docMk/>
            <pc:sldMk cId="3354288650" sldId="257"/>
            <ac:grpSpMk id="193" creationId="{5F5A8CCF-EF24-55AA-B399-48AF367F2CF6}"/>
          </ac:grpSpMkLst>
        </pc:grpChg>
        <pc:grpChg chg="add del mod topLvl">
          <ac:chgData name="Mitchell Fowler" userId="0c3d3d0c9a062725" providerId="LiveId" clId="{50F2C5C9-6B18-44BE-87E6-70F8E9E3C765}" dt="2026-02-02T00:40:47.933" v="482" actId="478"/>
          <ac:grpSpMkLst>
            <pc:docMk/>
            <pc:sldMk cId="3354288650" sldId="257"/>
            <ac:grpSpMk id="194" creationId="{DE441646-8B08-DC46-CFD7-AF468F4A210F}"/>
          </ac:grpSpMkLst>
        </pc:grpChg>
        <pc:grpChg chg="add del mod">
          <ac:chgData name="Mitchell Fowler" userId="0c3d3d0c9a062725" providerId="LiveId" clId="{50F2C5C9-6B18-44BE-87E6-70F8E9E3C765}" dt="2026-02-02T00:36:38.801" v="456" actId="478"/>
          <ac:grpSpMkLst>
            <pc:docMk/>
            <pc:sldMk cId="3354288650" sldId="257"/>
            <ac:grpSpMk id="198" creationId="{651F6CCE-5607-5FE3-D0DE-1E5ACA75E7B0}"/>
          </ac:grpSpMkLst>
        </pc:grpChg>
        <pc:grpChg chg="add del mod ord">
          <ac:chgData name="Mitchell Fowler" userId="0c3d3d0c9a062725" providerId="LiveId" clId="{50F2C5C9-6B18-44BE-87E6-70F8E9E3C765}" dt="2026-02-02T00:40:43.726" v="481" actId="478"/>
          <ac:grpSpMkLst>
            <pc:docMk/>
            <pc:sldMk cId="3354288650" sldId="257"/>
            <ac:grpSpMk id="201" creationId="{F4DC2DD3-113A-3477-D9C1-B5FE9B6FE988}"/>
          </ac:grpSpMkLst>
        </pc:grpChg>
        <pc:cxnChg chg="mod">
          <ac:chgData name="Mitchell Fowler" userId="0c3d3d0c9a062725" providerId="LiveId" clId="{50F2C5C9-6B18-44BE-87E6-70F8E9E3C765}" dt="2026-02-02T00:03:44.090" v="286" actId="1076"/>
          <ac:cxnSpMkLst>
            <pc:docMk/>
            <pc:sldMk cId="3354288650" sldId="257"/>
            <ac:cxnSpMk id="5" creationId="{58FC867B-7A3F-D371-79C3-1D73B3E9506F}"/>
          </ac:cxnSpMkLst>
        </pc:cxnChg>
        <pc:cxnChg chg="mod">
          <ac:chgData name="Mitchell Fowler" userId="0c3d3d0c9a062725" providerId="LiveId" clId="{50F2C5C9-6B18-44BE-87E6-70F8E9E3C765}" dt="2026-02-02T00:01:24.333" v="224" actId="1076"/>
          <ac:cxnSpMkLst>
            <pc:docMk/>
            <pc:sldMk cId="3354288650" sldId="257"/>
            <ac:cxnSpMk id="87" creationId="{6EE11BE4-5AA1-226E-1A17-6E3682964F60}"/>
          </ac:cxnSpMkLst>
        </pc:cxnChg>
        <pc:cxnChg chg="mod">
          <ac:chgData name="Mitchell Fowler" userId="0c3d3d0c9a062725" providerId="LiveId" clId="{50F2C5C9-6B18-44BE-87E6-70F8E9E3C765}" dt="2026-02-02T00:01:09.478" v="222" actId="14100"/>
          <ac:cxnSpMkLst>
            <pc:docMk/>
            <pc:sldMk cId="3354288650" sldId="257"/>
            <ac:cxnSpMk id="96" creationId="{15A832C7-18A5-4FE0-4FBE-666CFF9C5F1B}"/>
          </ac:cxnSpMkLst>
        </pc:cxnChg>
        <pc:cxnChg chg="mod">
          <ac:chgData name="Mitchell Fowler" userId="0c3d3d0c9a062725" providerId="LiveId" clId="{50F2C5C9-6B18-44BE-87E6-70F8E9E3C765}" dt="2026-02-02T00:45:08.011" v="618" actId="1035"/>
          <ac:cxnSpMkLst>
            <pc:docMk/>
            <pc:sldMk cId="3354288650" sldId="257"/>
            <ac:cxnSpMk id="100" creationId="{0CFC1D66-C387-2D4B-BA29-8363263B5BBA}"/>
          </ac:cxnSpMkLst>
        </pc:cxnChg>
        <pc:cxnChg chg="del mod">
          <ac:chgData name="Mitchell Fowler" userId="0c3d3d0c9a062725" providerId="LiveId" clId="{50F2C5C9-6B18-44BE-87E6-70F8E9E3C765}" dt="2026-02-01T23:59:34.888" v="196" actId="478"/>
          <ac:cxnSpMkLst>
            <pc:docMk/>
            <pc:sldMk cId="3354288650" sldId="257"/>
            <ac:cxnSpMk id="101" creationId="{705AEA7B-DF0F-39AB-B925-0F110CEAD40C}"/>
          </ac:cxnSpMkLst>
        </pc:cxnChg>
        <pc:cxnChg chg="add mod">
          <ac:chgData name="Mitchell Fowler" userId="0c3d3d0c9a062725" providerId="LiveId" clId="{50F2C5C9-6B18-44BE-87E6-70F8E9E3C765}" dt="2026-02-01T22:43:58.532" v="3"/>
          <ac:cxnSpMkLst>
            <pc:docMk/>
            <pc:sldMk cId="3354288650" sldId="257"/>
            <ac:cxnSpMk id="102" creationId="{57229B1C-B220-39CC-9069-CF4C695344BC}"/>
          </ac:cxnSpMkLst>
        </pc:cxnChg>
        <pc:cxnChg chg="add del mod">
          <ac:chgData name="Mitchell Fowler" userId="0c3d3d0c9a062725" providerId="LiveId" clId="{50F2C5C9-6B18-44BE-87E6-70F8E9E3C765}" dt="2026-02-01T23:58:03.106" v="176" actId="478"/>
          <ac:cxnSpMkLst>
            <pc:docMk/>
            <pc:sldMk cId="3354288650" sldId="257"/>
            <ac:cxnSpMk id="109" creationId="{46657521-7FA2-3BD2-4643-802B9CD1C295}"/>
          </ac:cxnSpMkLst>
        </pc:cxnChg>
        <pc:cxnChg chg="mod">
          <ac:chgData name="Mitchell Fowler" userId="0c3d3d0c9a062725" providerId="LiveId" clId="{50F2C5C9-6B18-44BE-87E6-70F8E9E3C765}" dt="2026-02-02T00:30:58.222" v="395" actId="1038"/>
          <ac:cxnSpMkLst>
            <pc:docMk/>
            <pc:sldMk cId="3354288650" sldId="257"/>
            <ac:cxnSpMk id="126" creationId="{347C75F2-4E75-231A-50FA-86658C143C3E}"/>
          </ac:cxnSpMkLst>
        </pc:cxnChg>
        <pc:cxnChg chg="mod">
          <ac:chgData name="Mitchell Fowler" userId="0c3d3d0c9a062725" providerId="LiveId" clId="{50F2C5C9-6B18-44BE-87E6-70F8E9E3C765}" dt="2026-02-02T00:08:06.427" v="368" actId="14100"/>
          <ac:cxnSpMkLst>
            <pc:docMk/>
            <pc:sldMk cId="3354288650" sldId="257"/>
            <ac:cxnSpMk id="131" creationId="{06FF7E09-A6C3-08DD-2D5A-32ACF8003695}"/>
          </ac:cxnSpMkLst>
        </pc:cxnChg>
        <pc:cxnChg chg="del">
          <ac:chgData name="Mitchell Fowler" userId="0c3d3d0c9a062725" providerId="LiveId" clId="{50F2C5C9-6B18-44BE-87E6-70F8E9E3C765}" dt="2026-02-02T00:45:34.116" v="620" actId="478"/>
          <ac:cxnSpMkLst>
            <pc:docMk/>
            <pc:sldMk cId="3354288650" sldId="257"/>
            <ac:cxnSpMk id="133" creationId="{D6969AFD-35C8-24F6-7328-839710E06B82}"/>
          </ac:cxnSpMkLst>
        </pc:cxnChg>
        <pc:cxnChg chg="del">
          <ac:chgData name="Mitchell Fowler" userId="0c3d3d0c9a062725" providerId="LiveId" clId="{50F2C5C9-6B18-44BE-87E6-70F8E9E3C765}" dt="2026-02-02T00:45:34.116" v="620" actId="478"/>
          <ac:cxnSpMkLst>
            <pc:docMk/>
            <pc:sldMk cId="3354288650" sldId="257"/>
            <ac:cxnSpMk id="134" creationId="{221E4A2B-77C6-CC5D-033D-8F28E9146A5B}"/>
          </ac:cxnSpMkLst>
        </pc:cxnChg>
        <pc:cxnChg chg="mod">
          <ac:chgData name="Mitchell Fowler" userId="0c3d3d0c9a062725" providerId="LiveId" clId="{50F2C5C9-6B18-44BE-87E6-70F8E9E3C765}" dt="2026-02-02T00:08:51.171" v="376" actId="1076"/>
          <ac:cxnSpMkLst>
            <pc:docMk/>
            <pc:sldMk cId="3354288650" sldId="257"/>
            <ac:cxnSpMk id="136" creationId="{D2937DE7-3798-CCE9-5C05-1961287C0EE9}"/>
          </ac:cxnSpMkLst>
        </pc:cxnChg>
        <pc:cxnChg chg="add del mod">
          <ac:chgData name="Mitchell Fowler" userId="0c3d3d0c9a062725" providerId="LiveId" clId="{50F2C5C9-6B18-44BE-87E6-70F8E9E3C765}" dt="2026-02-02T00:29:13.098" v="388" actId="478"/>
          <ac:cxnSpMkLst>
            <pc:docMk/>
            <pc:sldMk cId="3354288650" sldId="257"/>
            <ac:cxnSpMk id="140" creationId="{14605613-CDBC-6277-2248-500D953A906F}"/>
          </ac:cxnSpMkLst>
        </pc:cxnChg>
        <pc:cxnChg chg="add mod">
          <ac:chgData name="Mitchell Fowler" userId="0c3d3d0c9a062725" providerId="LiveId" clId="{50F2C5C9-6B18-44BE-87E6-70F8E9E3C765}" dt="2026-02-02T00:30:02.067" v="390" actId="1076"/>
          <ac:cxnSpMkLst>
            <pc:docMk/>
            <pc:sldMk cId="3354288650" sldId="257"/>
            <ac:cxnSpMk id="141" creationId="{26D0FD01-5B7E-2D20-8F7B-BFD067EC7EA6}"/>
          </ac:cxnSpMkLst>
        </pc:cxnChg>
        <pc:cxnChg chg="mod">
          <ac:chgData name="Mitchell Fowler" userId="0c3d3d0c9a062725" providerId="LiveId" clId="{50F2C5C9-6B18-44BE-87E6-70F8E9E3C765}" dt="2026-02-02T00:31:28.010" v="397" actId="1076"/>
          <ac:cxnSpMkLst>
            <pc:docMk/>
            <pc:sldMk cId="3354288650" sldId="257"/>
            <ac:cxnSpMk id="150" creationId="{2FF00E7C-84C6-5714-E148-375A5DB0E3D7}"/>
          </ac:cxnSpMkLst>
        </pc:cxnChg>
        <pc:cxnChg chg="mod">
          <ac:chgData name="Mitchell Fowler" userId="0c3d3d0c9a062725" providerId="LiveId" clId="{50F2C5C9-6B18-44BE-87E6-70F8E9E3C765}" dt="2026-02-02T00:41:42.684" v="565" actId="14100"/>
          <ac:cxnSpMkLst>
            <pc:docMk/>
            <pc:sldMk cId="3354288650" sldId="257"/>
            <ac:cxnSpMk id="155" creationId="{D63F1D2D-2C72-A4A8-7672-A185DD3AA55F}"/>
          </ac:cxnSpMkLst>
        </pc:cxnChg>
        <pc:cxnChg chg="add del">
          <ac:chgData name="Mitchell Fowler" userId="0c3d3d0c9a062725" providerId="LiveId" clId="{50F2C5C9-6B18-44BE-87E6-70F8E9E3C765}" dt="2026-02-02T00:45:46.887" v="623" actId="478"/>
          <ac:cxnSpMkLst>
            <pc:docMk/>
            <pc:sldMk cId="3354288650" sldId="257"/>
            <ac:cxnSpMk id="157" creationId="{CEF79E2F-4C56-7311-1569-7859E90B0BBC}"/>
          </ac:cxnSpMkLst>
        </pc:cxnChg>
        <pc:cxnChg chg="del">
          <ac:chgData name="Mitchell Fowler" userId="0c3d3d0c9a062725" providerId="LiveId" clId="{50F2C5C9-6B18-44BE-87E6-70F8E9E3C765}" dt="2026-02-02T00:45:46.887" v="623" actId="478"/>
          <ac:cxnSpMkLst>
            <pc:docMk/>
            <pc:sldMk cId="3354288650" sldId="257"/>
            <ac:cxnSpMk id="158" creationId="{B5464B6C-CD64-434E-6A08-9FC396039A5A}"/>
          </ac:cxnSpMkLst>
        </pc:cxnChg>
        <pc:cxnChg chg="add del">
          <ac:chgData name="Mitchell Fowler" userId="0c3d3d0c9a062725" providerId="LiveId" clId="{50F2C5C9-6B18-44BE-87E6-70F8E9E3C765}" dt="2026-02-02T00:45:43.146" v="622" actId="478"/>
          <ac:cxnSpMkLst>
            <pc:docMk/>
            <pc:sldMk cId="3354288650" sldId="257"/>
            <ac:cxnSpMk id="160" creationId="{CD8C7745-AB23-7460-642C-13BD135CF7C7}"/>
          </ac:cxnSpMkLst>
        </pc:cxnChg>
        <pc:cxnChg chg="mod">
          <ac:chgData name="Mitchell Fowler" userId="0c3d3d0c9a062725" providerId="LiveId" clId="{50F2C5C9-6B18-44BE-87E6-70F8E9E3C765}" dt="2026-02-02T00:41:32.868" v="564" actId="1035"/>
          <ac:cxnSpMkLst>
            <pc:docMk/>
            <pc:sldMk cId="3354288650" sldId="257"/>
            <ac:cxnSpMk id="163" creationId="{EAFE65DD-1931-9BEE-F540-6518B1EFE8E4}"/>
          </ac:cxnSpMkLst>
        </pc:cxnChg>
      </pc:sldChg>
      <pc:sldChg chg="addSp delSp modSp new mod ord">
        <pc:chgData name="Mitchell Fowler" userId="0c3d3d0c9a062725" providerId="LiveId" clId="{50F2C5C9-6B18-44BE-87E6-70F8E9E3C765}" dt="2026-02-02T04:36:17.987" v="653" actId="1036"/>
        <pc:sldMkLst>
          <pc:docMk/>
          <pc:sldMk cId="3921588841" sldId="258"/>
        </pc:sldMkLst>
        <pc:spChg chg="mod">
          <ac:chgData name="Mitchell Fowler" userId="0c3d3d0c9a062725" providerId="LiveId" clId="{50F2C5C9-6B18-44BE-87E6-70F8E9E3C765}" dt="2026-02-01T23:57:02.669" v="173"/>
          <ac:spMkLst>
            <pc:docMk/>
            <pc:sldMk cId="3921588841" sldId="258"/>
            <ac:spMk id="3" creationId="{2F100E0D-7566-DC95-13EF-AB4E883E68F2}"/>
          </ac:spMkLst>
        </pc:spChg>
        <pc:spChg chg="mod">
          <ac:chgData name="Mitchell Fowler" userId="0c3d3d0c9a062725" providerId="LiveId" clId="{50F2C5C9-6B18-44BE-87E6-70F8E9E3C765}" dt="2026-02-01T23:57:02.669" v="173"/>
          <ac:spMkLst>
            <pc:docMk/>
            <pc:sldMk cId="3921588841" sldId="258"/>
            <ac:spMk id="4" creationId="{BD52AA23-355C-0064-D8E1-89BA72561CB4}"/>
          </ac:spMkLst>
        </pc:spChg>
        <pc:spChg chg="add mod">
          <ac:chgData name="Mitchell Fowler" userId="0c3d3d0c9a062725" providerId="LiveId" clId="{50F2C5C9-6B18-44BE-87E6-70F8E9E3C765}" dt="2026-02-01T23:57:02.669" v="173"/>
          <ac:spMkLst>
            <pc:docMk/>
            <pc:sldMk cId="3921588841" sldId="258"/>
            <ac:spMk id="6" creationId="{C9211D30-C907-1FD1-0B49-3589262F69BD}"/>
          </ac:spMkLst>
        </pc:spChg>
        <pc:spChg chg="add mod">
          <ac:chgData name="Mitchell Fowler" userId="0c3d3d0c9a062725" providerId="LiveId" clId="{50F2C5C9-6B18-44BE-87E6-70F8E9E3C765}" dt="2026-02-01T23:57:02.669" v="173"/>
          <ac:spMkLst>
            <pc:docMk/>
            <pc:sldMk cId="3921588841" sldId="258"/>
            <ac:spMk id="7" creationId="{9425E253-4BC7-C8D0-237C-66FA753F67E0}"/>
          </ac:spMkLst>
        </pc:spChg>
        <pc:spChg chg="add mod">
          <ac:chgData name="Mitchell Fowler" userId="0c3d3d0c9a062725" providerId="LiveId" clId="{50F2C5C9-6B18-44BE-87E6-70F8E9E3C765}" dt="2026-02-01T23:57:02.669" v="173"/>
          <ac:spMkLst>
            <pc:docMk/>
            <pc:sldMk cId="3921588841" sldId="258"/>
            <ac:spMk id="12" creationId="{AF04438F-3EC9-6A08-CD12-2397D16CCC30}"/>
          </ac:spMkLst>
        </pc:spChg>
        <pc:spChg chg="del">
          <ac:chgData name="Mitchell Fowler" userId="0c3d3d0c9a062725" providerId="LiveId" clId="{50F2C5C9-6B18-44BE-87E6-70F8E9E3C765}" dt="2026-02-02T04:34:31.520" v="632" actId="478"/>
          <ac:spMkLst>
            <pc:docMk/>
            <pc:sldMk cId="3921588841" sldId="258"/>
            <ac:spMk id="13" creationId="{19160EB0-F7AA-925E-17F6-09BB9EC88107}"/>
          </ac:spMkLst>
        </pc:spChg>
        <pc:spChg chg="add del mod">
          <ac:chgData name="Mitchell Fowler" userId="0c3d3d0c9a062725" providerId="LiveId" clId="{50F2C5C9-6B18-44BE-87E6-70F8E9E3C765}" dt="2026-02-02T04:34:28.986" v="631" actId="478"/>
          <ac:spMkLst>
            <pc:docMk/>
            <pc:sldMk cId="3921588841" sldId="258"/>
            <ac:spMk id="14" creationId="{296AD70C-24B8-B675-27EF-BF8035912408}"/>
          </ac:spMkLst>
        </pc:spChg>
        <pc:spChg chg="add del mod">
          <ac:chgData name="Mitchell Fowler" userId="0c3d3d0c9a062725" providerId="LiveId" clId="{50F2C5C9-6B18-44BE-87E6-70F8E9E3C765}" dt="2026-02-02T04:34:25.389" v="630" actId="478"/>
          <ac:spMkLst>
            <pc:docMk/>
            <pc:sldMk cId="3921588841" sldId="258"/>
            <ac:spMk id="15" creationId="{96FBBCF7-E117-1421-5174-CB23E8552201}"/>
          </ac:spMkLst>
        </pc:spChg>
        <pc:spChg chg="add del mod">
          <ac:chgData name="Mitchell Fowler" userId="0c3d3d0c9a062725" providerId="LiveId" clId="{50F2C5C9-6B18-44BE-87E6-70F8E9E3C765}" dt="2026-02-02T04:34:25.389" v="630" actId="478"/>
          <ac:spMkLst>
            <pc:docMk/>
            <pc:sldMk cId="3921588841" sldId="258"/>
            <ac:spMk id="16" creationId="{0F71E87D-4CFE-F57C-E997-50DC7368FED4}"/>
          </ac:spMkLst>
        </pc:spChg>
        <pc:spChg chg="del">
          <ac:chgData name="Mitchell Fowler" userId="0c3d3d0c9a062725" providerId="LiveId" clId="{50F2C5C9-6B18-44BE-87E6-70F8E9E3C765}" dt="2026-02-02T04:34:25.389" v="630" actId="478"/>
          <ac:spMkLst>
            <pc:docMk/>
            <pc:sldMk cId="3921588841" sldId="258"/>
            <ac:spMk id="17" creationId="{E350D7C6-1B33-1C53-59DD-52D6CB6B1D06}"/>
          </ac:spMkLst>
        </pc:spChg>
        <pc:spChg chg="del">
          <ac:chgData name="Mitchell Fowler" userId="0c3d3d0c9a062725" providerId="LiveId" clId="{50F2C5C9-6B18-44BE-87E6-70F8E9E3C765}" dt="2026-02-02T04:34:25.389" v="630" actId="478"/>
          <ac:spMkLst>
            <pc:docMk/>
            <pc:sldMk cId="3921588841" sldId="258"/>
            <ac:spMk id="18" creationId="{76669847-3D06-D801-E077-5EE0F1A94B0A}"/>
          </ac:spMkLst>
        </pc:spChg>
        <pc:spChg chg="del">
          <ac:chgData name="Mitchell Fowler" userId="0c3d3d0c9a062725" providerId="LiveId" clId="{50F2C5C9-6B18-44BE-87E6-70F8E9E3C765}" dt="2026-02-02T00:04:32.820" v="291" actId="478"/>
          <ac:spMkLst>
            <pc:docMk/>
            <pc:sldMk cId="3921588841" sldId="258"/>
            <ac:spMk id="20" creationId="{0543614A-B930-31DD-FA69-7F7EFE3AAAEE}"/>
          </ac:spMkLst>
        </pc:spChg>
        <pc:spChg chg="add del mod">
          <ac:chgData name="Mitchell Fowler" userId="0c3d3d0c9a062725" providerId="LiveId" clId="{50F2C5C9-6B18-44BE-87E6-70F8E9E3C765}" dt="2026-02-02T00:04:32.820" v="291" actId="478"/>
          <ac:spMkLst>
            <pc:docMk/>
            <pc:sldMk cId="3921588841" sldId="258"/>
            <ac:spMk id="23" creationId="{EA7BC9D7-02CD-25E8-9BFE-A93C953F4E62}"/>
          </ac:spMkLst>
        </pc:spChg>
        <pc:spChg chg="add del mod">
          <ac:chgData name="Mitchell Fowler" userId="0c3d3d0c9a062725" providerId="LiveId" clId="{50F2C5C9-6B18-44BE-87E6-70F8E9E3C765}" dt="2026-02-02T04:34:19.644" v="629" actId="478"/>
          <ac:spMkLst>
            <pc:docMk/>
            <pc:sldMk cId="3921588841" sldId="258"/>
            <ac:spMk id="26" creationId="{944D91A0-5281-9C1F-920B-BF6503E15201}"/>
          </ac:spMkLst>
        </pc:spChg>
        <pc:spChg chg="add mod">
          <ac:chgData name="Mitchell Fowler" userId="0c3d3d0c9a062725" providerId="LiveId" clId="{50F2C5C9-6B18-44BE-87E6-70F8E9E3C765}" dt="2026-02-02T04:34:54.921" v="638" actId="1076"/>
          <ac:spMkLst>
            <pc:docMk/>
            <pc:sldMk cId="3921588841" sldId="258"/>
            <ac:spMk id="28" creationId="{51F7C053-DB9D-481B-0BCB-9BA3F253EAC4}"/>
          </ac:spMkLst>
        </pc:spChg>
        <pc:spChg chg="add mod">
          <ac:chgData name="Mitchell Fowler" userId="0c3d3d0c9a062725" providerId="LiveId" clId="{50F2C5C9-6B18-44BE-87E6-70F8E9E3C765}" dt="2026-02-02T04:35:22.326" v="640" actId="1076"/>
          <ac:spMkLst>
            <pc:docMk/>
            <pc:sldMk cId="3921588841" sldId="258"/>
            <ac:spMk id="30" creationId="{631FE2AB-57A1-9DF6-95CB-EAB47DDF5655}"/>
          </ac:spMkLst>
        </pc:spChg>
        <pc:spChg chg="add mod">
          <ac:chgData name="Mitchell Fowler" userId="0c3d3d0c9a062725" providerId="LiveId" clId="{50F2C5C9-6B18-44BE-87E6-70F8E9E3C765}" dt="2026-02-02T04:36:14.759" v="652" actId="1076"/>
          <ac:spMkLst>
            <pc:docMk/>
            <pc:sldMk cId="3921588841" sldId="258"/>
            <ac:spMk id="33" creationId="{AA2BF540-B7F3-5F26-53B9-EC53F309A7E4}"/>
          </ac:spMkLst>
        </pc:spChg>
        <pc:cxnChg chg="del">
          <ac:chgData name="Mitchell Fowler" userId="0c3d3d0c9a062725" providerId="LiveId" clId="{50F2C5C9-6B18-44BE-87E6-70F8E9E3C765}" dt="2026-02-02T04:34:25.389" v="630" actId="478"/>
          <ac:cxnSpMkLst>
            <pc:docMk/>
            <pc:sldMk cId="3921588841" sldId="258"/>
            <ac:cxnSpMk id="10" creationId="{DB7901F7-C716-8329-771D-9349AE9AF2C9}"/>
          </ac:cxnSpMkLst>
        </pc:cxnChg>
        <pc:cxnChg chg="del">
          <ac:chgData name="Mitchell Fowler" userId="0c3d3d0c9a062725" providerId="LiveId" clId="{50F2C5C9-6B18-44BE-87E6-70F8E9E3C765}" dt="2026-02-02T00:04:32.820" v="291" actId="478"/>
          <ac:cxnSpMkLst>
            <pc:docMk/>
            <pc:sldMk cId="3921588841" sldId="258"/>
            <ac:cxnSpMk id="19" creationId="{1F46567B-D259-BDC3-376D-C299592CF1BA}"/>
          </ac:cxnSpMkLst>
        </pc:cxnChg>
        <pc:cxnChg chg="del">
          <ac:chgData name="Mitchell Fowler" userId="0c3d3d0c9a062725" providerId="LiveId" clId="{50F2C5C9-6B18-44BE-87E6-70F8E9E3C765}" dt="2026-02-02T00:04:32.820" v="291" actId="478"/>
          <ac:cxnSpMkLst>
            <pc:docMk/>
            <pc:sldMk cId="3921588841" sldId="258"/>
            <ac:cxnSpMk id="21" creationId="{FE32F659-0CCE-1D05-ECA3-8C53E2CDF7B1}"/>
          </ac:cxnSpMkLst>
        </pc:cxnChg>
        <pc:cxnChg chg="del">
          <ac:chgData name="Mitchell Fowler" userId="0c3d3d0c9a062725" providerId="LiveId" clId="{50F2C5C9-6B18-44BE-87E6-70F8E9E3C765}" dt="2026-02-02T00:04:32.820" v="291" actId="478"/>
          <ac:cxnSpMkLst>
            <pc:docMk/>
            <pc:sldMk cId="3921588841" sldId="258"/>
            <ac:cxnSpMk id="22" creationId="{8C87116B-6631-2F64-153D-81E6EB825B77}"/>
          </ac:cxnSpMkLst>
        </pc:cxnChg>
        <pc:cxnChg chg="del">
          <ac:chgData name="Mitchell Fowler" userId="0c3d3d0c9a062725" providerId="LiveId" clId="{50F2C5C9-6B18-44BE-87E6-70F8E9E3C765}" dt="2026-02-02T00:04:32.820" v="291" actId="478"/>
          <ac:cxnSpMkLst>
            <pc:docMk/>
            <pc:sldMk cId="3921588841" sldId="258"/>
            <ac:cxnSpMk id="24" creationId="{1CC493D5-8758-03EE-D8FF-9F89FB3BC439}"/>
          </ac:cxnSpMkLst>
        </pc:cxnChg>
        <pc:cxnChg chg="del">
          <ac:chgData name="Mitchell Fowler" userId="0c3d3d0c9a062725" providerId="LiveId" clId="{50F2C5C9-6B18-44BE-87E6-70F8E9E3C765}" dt="2026-02-02T00:04:32.820" v="291" actId="478"/>
          <ac:cxnSpMkLst>
            <pc:docMk/>
            <pc:sldMk cId="3921588841" sldId="258"/>
            <ac:cxnSpMk id="25" creationId="{6C2CDEC6-2426-07F1-2EF6-32254A15E4D3}"/>
          </ac:cxnSpMkLst>
        </pc:cxnChg>
        <pc:cxnChg chg="del mod">
          <ac:chgData name="Mitchell Fowler" userId="0c3d3d0c9a062725" providerId="LiveId" clId="{50F2C5C9-6B18-44BE-87E6-70F8E9E3C765}" dt="2026-02-02T04:34:19.644" v="629" actId="478"/>
          <ac:cxnSpMkLst>
            <pc:docMk/>
            <pc:sldMk cId="3921588841" sldId="258"/>
            <ac:cxnSpMk id="27" creationId="{B607DCDC-ABF4-EDD4-BE95-19235E54FE26}"/>
          </ac:cxnSpMkLst>
        </pc:cxnChg>
        <pc:cxnChg chg="add mod">
          <ac:chgData name="Mitchell Fowler" userId="0c3d3d0c9a062725" providerId="LiveId" clId="{50F2C5C9-6B18-44BE-87E6-70F8E9E3C765}" dt="2026-02-02T04:35:22.326" v="640" actId="1076"/>
          <ac:cxnSpMkLst>
            <pc:docMk/>
            <pc:sldMk cId="3921588841" sldId="258"/>
            <ac:cxnSpMk id="29" creationId="{94518542-169C-1FC0-5888-933737FA2BD9}"/>
          </ac:cxnSpMkLst>
        </pc:cxnChg>
        <pc:cxnChg chg="add mod">
          <ac:chgData name="Mitchell Fowler" userId="0c3d3d0c9a062725" providerId="LiveId" clId="{50F2C5C9-6B18-44BE-87E6-70F8E9E3C765}" dt="2026-02-02T04:35:22.326" v="640" actId="1076"/>
          <ac:cxnSpMkLst>
            <pc:docMk/>
            <pc:sldMk cId="3921588841" sldId="258"/>
            <ac:cxnSpMk id="31" creationId="{F70209E1-F5DD-93C4-5A32-861C922CAECD}"/>
          </ac:cxnSpMkLst>
        </pc:cxnChg>
        <pc:cxnChg chg="add mod">
          <ac:chgData name="Mitchell Fowler" userId="0c3d3d0c9a062725" providerId="LiveId" clId="{50F2C5C9-6B18-44BE-87E6-70F8E9E3C765}" dt="2026-02-02T04:36:17.987" v="653" actId="1036"/>
          <ac:cxnSpMkLst>
            <pc:docMk/>
            <pc:sldMk cId="3921588841" sldId="258"/>
            <ac:cxnSpMk id="32" creationId="{1FAE0C4E-4857-B3D8-8054-F3EBFAB8B2D5}"/>
          </ac:cxnSpMkLst>
        </pc:cxnChg>
      </pc:sldChg>
      <pc:sldChg chg="add ord">
        <pc:chgData name="Mitchell Fowler" userId="0c3d3d0c9a062725" providerId="LiveId" clId="{50F2C5C9-6B18-44BE-87E6-70F8E9E3C765}" dt="2026-02-02T04:34:47.336" v="636"/>
        <pc:sldMkLst>
          <pc:docMk/>
          <pc:sldMk cId="3676204393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1EFF-973F-F8FE-9BC7-ED177F773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8E946-8433-638C-7909-19C5E8404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1E0B4-5FEC-55C1-16C9-155CC40DD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60782-E37D-EA7E-E881-CCE9BD5C5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ACDDB-7041-2C1C-D9A5-0FCB12BAD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8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084D-83E3-9AAA-0593-E6DC5476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0187D-9C78-3CF6-941C-ADC09BFA3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29CAE-8F5B-C26C-E655-7C5DF4E9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72CE5-09E2-FA5F-DBAA-5D795F814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209F9-7C0B-8F8D-42D5-763F1418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9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9961-DAB2-929D-C433-E03956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685BD-32EA-480C-C186-EBBC68186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F28EA-AC82-231B-C544-989F2263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FFAFD-47EA-D2A0-B2D3-C400FC3D1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D397F-3E86-9608-DC5C-25AE5C7F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6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7381-DFEF-779A-8FD7-B10D32E4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E473-00D4-5D03-0E14-48A932419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FC7C1-B014-4382-DE26-7320A1243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6B90F-113B-F72D-34B3-0EF6C3913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40F79-505E-2679-1EED-F1151678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A4DFA-3960-3A17-A56C-F7F71D2D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8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FD3C-5B21-B72B-4003-1C26403F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3BD2A-06FD-BFF7-31C3-77A0C5408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41378-6F6C-7302-36A7-7F152EC03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37AC8-1338-D73F-6594-5B4919407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2BB41-BA67-3954-E34F-401CB9355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D18F9-AF5A-5FD8-AE73-F9E2D373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31CC0F-D327-505A-0FA0-27EE92D6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39426-D313-EB8C-D133-A37F3AA5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7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359-5912-D328-9628-AF905BF9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5FAC9-AA0F-FC89-4331-ED575CA67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70FDC-8719-9E74-6F39-6E1AADAE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EBCB5-1718-AC21-148C-61AA8611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1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21E16-7CAD-3DA1-A45A-40002D8C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500F5-B182-BAE8-3809-F1A45043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64DE8-9FFA-B64E-13FA-3EB38E25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1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EAF3-4663-C906-A6E6-B8DCE2621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70FDF-6100-DB08-DE08-CF9D8C210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F5BF-6771-E2E4-0687-362D56D66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9826-573E-2A79-B0E8-0E86ED38F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0F7AA-B554-CA6E-37F5-5C571800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52AB3-1561-55AD-7A3E-E8601EDF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5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347F-04F6-7A95-E531-B8541C39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E3FEB-E8BB-86D9-DEBD-B42A8EB4F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CEBDC-85A0-23D6-0778-2497FA0EC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1F1EA-2DC5-3C23-691B-47874C1C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89609-1548-3987-09BD-1B72564F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7744F-6E9E-0923-153D-7083F236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7AA3-904D-AA34-AB45-65C2B22A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B9899-0D9E-91F2-95C2-C1A00DB36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1F36C-B5BA-9EDA-9781-E3442D93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B5582-8E71-9CF3-78DA-93C845CE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B22EA-89E1-957B-E1EA-A6BCB519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9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C759D-0E95-93DC-332E-285F9F0F1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2468B-7D99-5F67-49DC-8CF5B912F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A6C7B-CFF3-3BF8-F5C5-E77A971C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CA02C-B920-E1BA-4A9C-054D5DFE4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CF43-5041-017B-2F28-2AA32A13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2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D54906-BEE2-F5A9-7BA4-A752FE8A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83AD2-2026-12D6-CEDF-E5C87DF3D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54BA1-3E25-1ED9-28F6-8EEFDC34D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09401-5EA8-4372-9FA7-86BA32B1A82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DF4F-452C-B418-74C4-B57BBE88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D9509-4B74-5984-FB30-017E5D292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CAC55-038D-491A-BA93-15349CDE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6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A0D9-5E90-9A57-1F01-7D3A155FF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2DC9959-3516-D0FF-CC07-D59A60F5DC66}"/>
              </a:ext>
            </a:extLst>
          </p:cNvPr>
          <p:cNvGrpSpPr/>
          <p:nvPr/>
        </p:nvGrpSpPr>
        <p:grpSpPr>
          <a:xfrm>
            <a:off x="6083354" y="1604789"/>
            <a:ext cx="385963" cy="1659377"/>
            <a:chOff x="9171694" y="1387936"/>
            <a:chExt cx="658375" cy="274369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8B146B97-D5E1-89E8-1CE4-A5174F636669}"/>
                </a:ext>
              </a:extLst>
            </p:cNvPr>
            <p:cNvSpPr/>
            <p:nvPr/>
          </p:nvSpPr>
          <p:spPr>
            <a:xfrm>
              <a:off x="9500882" y="1387936"/>
              <a:ext cx="4547" cy="411553"/>
            </a:xfrm>
            <a:custGeom>
              <a:avLst/>
              <a:gdLst>
                <a:gd name="csX0" fmla="*/ -1147 w 8040"/>
                <a:gd name="csY0" fmla="*/ -222 h 564621"/>
                <a:gd name="csX1" fmla="*/ -1147 w 8040"/>
                <a:gd name="csY1" fmla="*/ 564399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222"/>
                  </a:moveTo>
                  <a:lnTo>
                    <a:pt x="-1147" y="564399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893C933-10AD-7496-32BB-C26B76621883}"/>
                </a:ext>
              </a:extLst>
            </p:cNvPr>
            <p:cNvSpPr/>
            <p:nvPr/>
          </p:nvSpPr>
          <p:spPr>
            <a:xfrm>
              <a:off x="9171694" y="1799488"/>
              <a:ext cx="658375" cy="1920588"/>
            </a:xfrm>
            <a:custGeom>
              <a:avLst/>
              <a:gdLst>
                <a:gd name="csX0" fmla="*/ 580975 w 1164244"/>
                <a:gd name="csY0" fmla="*/ -479 h 2634911"/>
                <a:gd name="csX1" fmla="*/ -1147 w 1164244"/>
                <a:gd name="csY1" fmla="*/ 77017 h 2634911"/>
                <a:gd name="csX2" fmla="*/ 1163097 w 1164244"/>
                <a:gd name="csY2" fmla="*/ 232011 h 2634911"/>
                <a:gd name="csX3" fmla="*/ -1147 w 1164244"/>
                <a:gd name="csY3" fmla="*/ 387009 h 2634911"/>
                <a:gd name="csX4" fmla="*/ 1163097 w 1164244"/>
                <a:gd name="csY4" fmla="*/ 542002 h 2634911"/>
                <a:gd name="csX5" fmla="*/ -1147 w 1164244"/>
                <a:gd name="csY5" fmla="*/ 696996 h 2634911"/>
                <a:gd name="csX6" fmla="*/ 1163097 w 1164244"/>
                <a:gd name="csY6" fmla="*/ 851990 h 2634911"/>
                <a:gd name="csX7" fmla="*/ -1147 w 1164244"/>
                <a:gd name="csY7" fmla="*/ 1006984 h 2634911"/>
                <a:gd name="csX8" fmla="*/ 1163097 w 1164244"/>
                <a:gd name="csY8" fmla="*/ 1161978 h 2634911"/>
                <a:gd name="csX9" fmla="*/ -1147 w 1164244"/>
                <a:gd name="csY9" fmla="*/ 1316971 h 2634911"/>
                <a:gd name="csX10" fmla="*/ 1163097 w 1164244"/>
                <a:gd name="csY10" fmla="*/ 1471965 h 2634911"/>
                <a:gd name="csX11" fmla="*/ -1147 w 1164244"/>
                <a:gd name="csY11" fmla="*/ 1626959 h 2634911"/>
                <a:gd name="csX12" fmla="*/ 1163097 w 1164244"/>
                <a:gd name="csY12" fmla="*/ 1781953 h 2634911"/>
                <a:gd name="csX13" fmla="*/ -1147 w 1164244"/>
                <a:gd name="csY13" fmla="*/ 1936946 h 2634911"/>
                <a:gd name="csX14" fmla="*/ 1163097 w 1164244"/>
                <a:gd name="csY14" fmla="*/ 2091940 h 2634911"/>
                <a:gd name="csX15" fmla="*/ -1147 w 1164244"/>
                <a:gd name="csY15" fmla="*/ 2246948 h 2634911"/>
                <a:gd name="csX16" fmla="*/ 1163097 w 1164244"/>
                <a:gd name="csY16" fmla="*/ 2401921 h 2634911"/>
                <a:gd name="csX17" fmla="*/ -1147 w 1164244"/>
                <a:gd name="csY17" fmla="*/ 2556928 h 2634911"/>
                <a:gd name="csX18" fmla="*/ 580975 w 1164244"/>
                <a:gd name="csY18" fmla="*/ 2634433 h 2634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64244" h="2634911">
                  <a:moveTo>
                    <a:pt x="580975" y="-479"/>
                  </a:moveTo>
                  <a:lnTo>
                    <a:pt x="-1147" y="77017"/>
                  </a:lnTo>
                  <a:lnTo>
                    <a:pt x="1163097" y="232011"/>
                  </a:lnTo>
                  <a:lnTo>
                    <a:pt x="-1147" y="387009"/>
                  </a:lnTo>
                  <a:lnTo>
                    <a:pt x="1163097" y="542002"/>
                  </a:lnTo>
                  <a:lnTo>
                    <a:pt x="-1147" y="696996"/>
                  </a:lnTo>
                  <a:lnTo>
                    <a:pt x="1163097" y="851990"/>
                  </a:lnTo>
                  <a:lnTo>
                    <a:pt x="-1147" y="1006984"/>
                  </a:lnTo>
                  <a:lnTo>
                    <a:pt x="1163097" y="1161978"/>
                  </a:lnTo>
                  <a:lnTo>
                    <a:pt x="-1147" y="1316971"/>
                  </a:lnTo>
                  <a:lnTo>
                    <a:pt x="1163097" y="1471965"/>
                  </a:lnTo>
                  <a:lnTo>
                    <a:pt x="-1147" y="1626959"/>
                  </a:lnTo>
                  <a:lnTo>
                    <a:pt x="1163097" y="1781953"/>
                  </a:lnTo>
                  <a:lnTo>
                    <a:pt x="-1147" y="1936946"/>
                  </a:lnTo>
                  <a:lnTo>
                    <a:pt x="1163097" y="2091940"/>
                  </a:lnTo>
                  <a:lnTo>
                    <a:pt x="-1147" y="2246948"/>
                  </a:lnTo>
                  <a:lnTo>
                    <a:pt x="1163097" y="2401921"/>
                  </a:lnTo>
                  <a:lnTo>
                    <a:pt x="-1147" y="2556928"/>
                  </a:lnTo>
                  <a:lnTo>
                    <a:pt x="580975" y="2634433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D40EE93-D3C2-5519-15CE-8D0A48C0446E}"/>
                </a:ext>
              </a:extLst>
            </p:cNvPr>
            <p:cNvSpPr/>
            <p:nvPr/>
          </p:nvSpPr>
          <p:spPr>
            <a:xfrm>
              <a:off x="9500882" y="3720077"/>
              <a:ext cx="4547" cy="411553"/>
            </a:xfrm>
            <a:custGeom>
              <a:avLst/>
              <a:gdLst>
                <a:gd name="csX0" fmla="*/ -1147 w 8040"/>
                <a:gd name="csY0" fmla="*/ -737 h 564621"/>
                <a:gd name="csX1" fmla="*/ -1147 w 8040"/>
                <a:gd name="csY1" fmla="*/ 563885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737"/>
                  </a:moveTo>
                  <a:lnTo>
                    <a:pt x="-1147" y="563885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6C16FC0-045C-B4BC-9E29-2409F0C40FB9}"/>
              </a:ext>
            </a:extLst>
          </p:cNvPr>
          <p:cNvSpPr/>
          <p:nvPr/>
        </p:nvSpPr>
        <p:spPr>
          <a:xfrm>
            <a:off x="5565507" y="1348990"/>
            <a:ext cx="1460086" cy="2558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4B54E-E845-3408-F7F0-98970546A90E}"/>
              </a:ext>
            </a:extLst>
          </p:cNvPr>
          <p:cNvSpPr/>
          <p:nvPr/>
        </p:nvSpPr>
        <p:spPr>
          <a:xfrm>
            <a:off x="7025594" y="1348990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756D32-2A90-344A-ACF7-D324050FEC3A}"/>
              </a:ext>
            </a:extLst>
          </p:cNvPr>
          <p:cNvSpPr/>
          <p:nvPr/>
        </p:nvSpPr>
        <p:spPr>
          <a:xfrm>
            <a:off x="5374611" y="1348990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15C19E-B02C-2ADC-E691-360DF3184B4C}"/>
              </a:ext>
            </a:extLst>
          </p:cNvPr>
          <p:cNvCxnSpPr>
            <a:cxnSpLocks/>
          </p:cNvCxnSpPr>
          <p:nvPr/>
        </p:nvCxnSpPr>
        <p:spPr>
          <a:xfrm flipV="1">
            <a:off x="5565507" y="1604805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4117A5-8A63-8111-FBF2-0A3F895150D7}"/>
              </a:ext>
            </a:extLst>
          </p:cNvPr>
          <p:cNvCxnSpPr>
            <a:cxnSpLocks/>
          </p:cNvCxnSpPr>
          <p:nvPr/>
        </p:nvCxnSpPr>
        <p:spPr>
          <a:xfrm flipV="1">
            <a:off x="7006379" y="1604805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FB2198-AA70-FBAD-B913-162E0B10FE92}"/>
              </a:ext>
            </a:extLst>
          </p:cNvPr>
          <p:cNvCxnSpPr>
            <a:cxnSpLocks/>
          </p:cNvCxnSpPr>
          <p:nvPr/>
        </p:nvCxnSpPr>
        <p:spPr>
          <a:xfrm flipH="1">
            <a:off x="5565507" y="1604805"/>
            <a:ext cx="144087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6C175-5E3A-8210-0348-BF26F5D5FA76}"/>
              </a:ext>
            </a:extLst>
          </p:cNvPr>
          <p:cNvSpPr/>
          <p:nvPr/>
        </p:nvSpPr>
        <p:spPr>
          <a:xfrm>
            <a:off x="5641320" y="3264188"/>
            <a:ext cx="1297568" cy="951808"/>
          </a:xfrm>
          <a:prstGeom prst="rect">
            <a:avLst/>
          </a:prstGeom>
          <a:solidFill>
            <a:srgbClr val="D9D9FF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029401-23E2-E5CC-4057-DA4D5C9F69E6}"/>
                  </a:ext>
                </a:extLst>
              </p:cNvPr>
              <p:cNvSpPr txBox="1"/>
              <p:nvPr/>
            </p:nvSpPr>
            <p:spPr>
              <a:xfrm>
                <a:off x="5983054" y="3636568"/>
                <a:ext cx="61965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3200" b="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029401-23E2-E5CC-4057-DA4D5C9F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054" y="3636568"/>
                <a:ext cx="619657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F1D8D95-D100-D9AC-68FD-A58B0C19FCD7}"/>
              </a:ext>
            </a:extLst>
          </p:cNvPr>
          <p:cNvSpPr txBox="1"/>
          <p:nvPr/>
        </p:nvSpPr>
        <p:spPr>
          <a:xfrm>
            <a:off x="5749588" y="3264147"/>
            <a:ext cx="1053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D6D320-ECDA-90D6-F392-69DFDE5DC540}"/>
              </a:ext>
            </a:extLst>
          </p:cNvPr>
          <p:cNvSpPr txBox="1"/>
          <p:nvPr/>
        </p:nvSpPr>
        <p:spPr>
          <a:xfrm>
            <a:off x="7285448" y="3139713"/>
            <a:ext cx="1526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Damper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50DBA8-5E98-8711-5663-3EBCB21BDE61}"/>
                  </a:ext>
                </a:extLst>
              </p:cNvPr>
              <p:cNvSpPr txBox="1"/>
              <p:nvPr/>
            </p:nvSpPr>
            <p:spPr>
              <a:xfrm>
                <a:off x="7813010" y="3631223"/>
                <a:ext cx="4701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200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50DBA8-5E98-8711-5663-3EBCB21BD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010" y="3631223"/>
                <a:ext cx="47019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239B53B-2086-1B59-8241-828086348645}"/>
              </a:ext>
            </a:extLst>
          </p:cNvPr>
          <p:cNvSpPr txBox="1"/>
          <p:nvPr/>
        </p:nvSpPr>
        <p:spPr>
          <a:xfrm>
            <a:off x="7443229" y="1882137"/>
            <a:ext cx="1237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AEAEA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F1CD06-BCD0-E976-4CA9-2D310AFC5353}"/>
                  </a:ext>
                </a:extLst>
              </p:cNvPr>
              <p:cNvSpPr txBox="1"/>
              <p:nvPr/>
            </p:nvSpPr>
            <p:spPr>
              <a:xfrm>
                <a:off x="7813010" y="2355815"/>
                <a:ext cx="50610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AEAEAE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3200" b="0" dirty="0">
                  <a:solidFill>
                    <a:srgbClr val="AEAEAE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F1CD06-BCD0-E976-4CA9-2D310AFC5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010" y="2355815"/>
                <a:ext cx="5061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9895CC0-C99F-9104-7B61-BBBBDD9C22BA}"/>
              </a:ext>
            </a:extLst>
          </p:cNvPr>
          <p:cNvSpPr txBox="1"/>
          <p:nvPr/>
        </p:nvSpPr>
        <p:spPr>
          <a:xfrm>
            <a:off x="3567899" y="3481751"/>
            <a:ext cx="1443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rgbClr val="0000FF"/>
                </a:solidFill>
              </a:rPr>
              <a:t>motion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1D312E-6597-6D52-E0DD-B0D5C8D30D4A}"/>
              </a:ext>
            </a:extLst>
          </p:cNvPr>
          <p:cNvCxnSpPr>
            <a:cxnSpLocks/>
          </p:cNvCxnSpPr>
          <p:nvPr/>
        </p:nvCxnSpPr>
        <p:spPr>
          <a:xfrm>
            <a:off x="5161255" y="3380724"/>
            <a:ext cx="0" cy="786830"/>
          </a:xfrm>
          <a:prstGeom prst="straightConnector1">
            <a:avLst/>
          </a:prstGeom>
          <a:ln w="28575">
            <a:solidFill>
              <a:srgbClr val="0000FF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204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37651786-1F7B-00AE-C670-D357590911E4}"/>
              </a:ext>
            </a:extLst>
          </p:cNvPr>
          <p:cNvGrpSpPr/>
          <p:nvPr/>
        </p:nvGrpSpPr>
        <p:grpSpPr>
          <a:xfrm>
            <a:off x="3041632" y="2149913"/>
            <a:ext cx="409863" cy="1129618"/>
            <a:chOff x="9171694" y="1387936"/>
            <a:chExt cx="658375" cy="2743694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42C80D9-3D30-7928-94CD-71E39B0B6A1D}"/>
                </a:ext>
              </a:extLst>
            </p:cNvPr>
            <p:cNvSpPr/>
            <p:nvPr/>
          </p:nvSpPr>
          <p:spPr>
            <a:xfrm>
              <a:off x="9500882" y="1387936"/>
              <a:ext cx="4547" cy="411553"/>
            </a:xfrm>
            <a:custGeom>
              <a:avLst/>
              <a:gdLst>
                <a:gd name="csX0" fmla="*/ -1147 w 8040"/>
                <a:gd name="csY0" fmla="*/ -222 h 564621"/>
                <a:gd name="csX1" fmla="*/ -1147 w 8040"/>
                <a:gd name="csY1" fmla="*/ 564399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222"/>
                  </a:moveTo>
                  <a:lnTo>
                    <a:pt x="-1147" y="564399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3A1EA00-998D-52EC-AF1A-7E1D58BFB228}"/>
                </a:ext>
              </a:extLst>
            </p:cNvPr>
            <p:cNvSpPr/>
            <p:nvPr/>
          </p:nvSpPr>
          <p:spPr>
            <a:xfrm>
              <a:off x="9171694" y="1799488"/>
              <a:ext cx="658375" cy="1920588"/>
            </a:xfrm>
            <a:custGeom>
              <a:avLst/>
              <a:gdLst>
                <a:gd name="csX0" fmla="*/ 580975 w 1164244"/>
                <a:gd name="csY0" fmla="*/ -479 h 2634911"/>
                <a:gd name="csX1" fmla="*/ -1147 w 1164244"/>
                <a:gd name="csY1" fmla="*/ 77017 h 2634911"/>
                <a:gd name="csX2" fmla="*/ 1163097 w 1164244"/>
                <a:gd name="csY2" fmla="*/ 232011 h 2634911"/>
                <a:gd name="csX3" fmla="*/ -1147 w 1164244"/>
                <a:gd name="csY3" fmla="*/ 387009 h 2634911"/>
                <a:gd name="csX4" fmla="*/ 1163097 w 1164244"/>
                <a:gd name="csY4" fmla="*/ 542002 h 2634911"/>
                <a:gd name="csX5" fmla="*/ -1147 w 1164244"/>
                <a:gd name="csY5" fmla="*/ 696996 h 2634911"/>
                <a:gd name="csX6" fmla="*/ 1163097 w 1164244"/>
                <a:gd name="csY6" fmla="*/ 851990 h 2634911"/>
                <a:gd name="csX7" fmla="*/ -1147 w 1164244"/>
                <a:gd name="csY7" fmla="*/ 1006984 h 2634911"/>
                <a:gd name="csX8" fmla="*/ 1163097 w 1164244"/>
                <a:gd name="csY8" fmla="*/ 1161978 h 2634911"/>
                <a:gd name="csX9" fmla="*/ -1147 w 1164244"/>
                <a:gd name="csY9" fmla="*/ 1316971 h 2634911"/>
                <a:gd name="csX10" fmla="*/ 1163097 w 1164244"/>
                <a:gd name="csY10" fmla="*/ 1471965 h 2634911"/>
                <a:gd name="csX11" fmla="*/ -1147 w 1164244"/>
                <a:gd name="csY11" fmla="*/ 1626959 h 2634911"/>
                <a:gd name="csX12" fmla="*/ 1163097 w 1164244"/>
                <a:gd name="csY12" fmla="*/ 1781953 h 2634911"/>
                <a:gd name="csX13" fmla="*/ -1147 w 1164244"/>
                <a:gd name="csY13" fmla="*/ 1936946 h 2634911"/>
                <a:gd name="csX14" fmla="*/ 1163097 w 1164244"/>
                <a:gd name="csY14" fmla="*/ 2091940 h 2634911"/>
                <a:gd name="csX15" fmla="*/ -1147 w 1164244"/>
                <a:gd name="csY15" fmla="*/ 2246948 h 2634911"/>
                <a:gd name="csX16" fmla="*/ 1163097 w 1164244"/>
                <a:gd name="csY16" fmla="*/ 2401921 h 2634911"/>
                <a:gd name="csX17" fmla="*/ -1147 w 1164244"/>
                <a:gd name="csY17" fmla="*/ 2556928 h 2634911"/>
                <a:gd name="csX18" fmla="*/ 580975 w 1164244"/>
                <a:gd name="csY18" fmla="*/ 2634433 h 2634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64244" h="2634911">
                  <a:moveTo>
                    <a:pt x="580975" y="-479"/>
                  </a:moveTo>
                  <a:lnTo>
                    <a:pt x="-1147" y="77017"/>
                  </a:lnTo>
                  <a:lnTo>
                    <a:pt x="1163097" y="232011"/>
                  </a:lnTo>
                  <a:lnTo>
                    <a:pt x="-1147" y="387009"/>
                  </a:lnTo>
                  <a:lnTo>
                    <a:pt x="1163097" y="542002"/>
                  </a:lnTo>
                  <a:lnTo>
                    <a:pt x="-1147" y="696996"/>
                  </a:lnTo>
                  <a:lnTo>
                    <a:pt x="1163097" y="851990"/>
                  </a:lnTo>
                  <a:lnTo>
                    <a:pt x="-1147" y="1006984"/>
                  </a:lnTo>
                  <a:lnTo>
                    <a:pt x="1163097" y="1161978"/>
                  </a:lnTo>
                  <a:lnTo>
                    <a:pt x="-1147" y="1316971"/>
                  </a:lnTo>
                  <a:lnTo>
                    <a:pt x="1163097" y="1471965"/>
                  </a:lnTo>
                  <a:lnTo>
                    <a:pt x="-1147" y="1626959"/>
                  </a:lnTo>
                  <a:lnTo>
                    <a:pt x="1163097" y="1781953"/>
                  </a:lnTo>
                  <a:lnTo>
                    <a:pt x="-1147" y="1936946"/>
                  </a:lnTo>
                  <a:lnTo>
                    <a:pt x="1163097" y="2091940"/>
                  </a:lnTo>
                  <a:lnTo>
                    <a:pt x="-1147" y="2246948"/>
                  </a:lnTo>
                  <a:lnTo>
                    <a:pt x="1163097" y="2401921"/>
                  </a:lnTo>
                  <a:lnTo>
                    <a:pt x="-1147" y="2556928"/>
                  </a:lnTo>
                  <a:lnTo>
                    <a:pt x="580975" y="2634433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68C1150-2127-F004-2006-4C52D2D37C4C}"/>
                </a:ext>
              </a:extLst>
            </p:cNvPr>
            <p:cNvSpPr/>
            <p:nvPr/>
          </p:nvSpPr>
          <p:spPr>
            <a:xfrm>
              <a:off x="9500882" y="3720077"/>
              <a:ext cx="4547" cy="411553"/>
            </a:xfrm>
            <a:custGeom>
              <a:avLst/>
              <a:gdLst>
                <a:gd name="csX0" fmla="*/ -1147 w 8040"/>
                <a:gd name="csY0" fmla="*/ -737 h 564621"/>
                <a:gd name="csX1" fmla="*/ -1147 w 8040"/>
                <a:gd name="csY1" fmla="*/ 563885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737"/>
                  </a:moveTo>
                  <a:lnTo>
                    <a:pt x="-1147" y="563885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AC595E2-716D-F037-C9D0-4164A3282489}"/>
              </a:ext>
            </a:extLst>
          </p:cNvPr>
          <p:cNvSpPr/>
          <p:nvPr/>
        </p:nvSpPr>
        <p:spPr>
          <a:xfrm>
            <a:off x="2523785" y="1894113"/>
            <a:ext cx="1460086" cy="2558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4B585F-06B7-B1C9-5E2E-D0A8F35C9386}"/>
              </a:ext>
            </a:extLst>
          </p:cNvPr>
          <p:cNvSpPr/>
          <p:nvPr/>
        </p:nvSpPr>
        <p:spPr>
          <a:xfrm>
            <a:off x="3983872" y="1894113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56FEC-6A86-921A-7736-1F6152D329B0}"/>
              </a:ext>
            </a:extLst>
          </p:cNvPr>
          <p:cNvSpPr/>
          <p:nvPr/>
        </p:nvSpPr>
        <p:spPr>
          <a:xfrm>
            <a:off x="2332889" y="1894113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CC67A2-E828-5AD7-0E0F-4D7805F5F760}"/>
              </a:ext>
            </a:extLst>
          </p:cNvPr>
          <p:cNvCxnSpPr>
            <a:cxnSpLocks/>
          </p:cNvCxnSpPr>
          <p:nvPr/>
        </p:nvCxnSpPr>
        <p:spPr>
          <a:xfrm flipV="1">
            <a:off x="2523785" y="2149928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FC867B-7A3F-D371-79C3-1D73B3E9506F}"/>
              </a:ext>
            </a:extLst>
          </p:cNvPr>
          <p:cNvCxnSpPr>
            <a:cxnSpLocks/>
          </p:cNvCxnSpPr>
          <p:nvPr/>
        </p:nvCxnSpPr>
        <p:spPr>
          <a:xfrm flipV="1">
            <a:off x="3964657" y="2149928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C406BF-C8DE-6859-6BFC-70E133490BCD}"/>
              </a:ext>
            </a:extLst>
          </p:cNvPr>
          <p:cNvCxnSpPr>
            <a:cxnSpLocks/>
          </p:cNvCxnSpPr>
          <p:nvPr/>
        </p:nvCxnSpPr>
        <p:spPr>
          <a:xfrm flipH="1">
            <a:off x="2523785" y="2149928"/>
            <a:ext cx="144087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336F0C9-769A-992F-5895-B94AB3E6D5A3}"/>
              </a:ext>
            </a:extLst>
          </p:cNvPr>
          <p:cNvGrpSpPr/>
          <p:nvPr/>
        </p:nvGrpSpPr>
        <p:grpSpPr>
          <a:xfrm>
            <a:off x="2590262" y="3279556"/>
            <a:ext cx="1297568" cy="951808"/>
            <a:chOff x="5641320" y="3264188"/>
            <a:chExt cx="1297568" cy="9518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1FE2FC-7C4F-90DD-6C9F-FD8554CB6CCE}"/>
                </a:ext>
              </a:extLst>
            </p:cNvPr>
            <p:cNvSpPr/>
            <p:nvPr/>
          </p:nvSpPr>
          <p:spPr>
            <a:xfrm>
              <a:off x="5641320" y="3264188"/>
              <a:ext cx="1297568" cy="951808"/>
            </a:xfrm>
            <a:prstGeom prst="rect">
              <a:avLst/>
            </a:prstGeom>
            <a:solidFill>
              <a:srgbClr val="D9D9FF"/>
            </a:solidFill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B581A85-0E7D-9AA9-5970-835C87A7B8BD}"/>
                    </a:ext>
                  </a:extLst>
                </p:cNvPr>
                <p:cNvSpPr txBox="1"/>
                <p:nvPr/>
              </p:nvSpPr>
              <p:spPr>
                <a:xfrm>
                  <a:off x="5983054" y="3416761"/>
                  <a:ext cx="6196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3200" b="0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B581A85-0E7D-9AA9-5970-835C87A7B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054" y="3416761"/>
                  <a:ext cx="619657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EE11BE4-5AA1-226E-1A17-6E3682964F60}"/>
              </a:ext>
            </a:extLst>
          </p:cNvPr>
          <p:cNvCxnSpPr>
            <a:cxnSpLocks/>
          </p:cNvCxnSpPr>
          <p:nvPr/>
        </p:nvCxnSpPr>
        <p:spPr>
          <a:xfrm>
            <a:off x="1808561" y="3286688"/>
            <a:ext cx="0" cy="908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98E8906-A362-90B4-B084-A6AF5EDFBFBB}"/>
                  </a:ext>
                </a:extLst>
              </p:cNvPr>
              <p:cNvSpPr txBox="1"/>
              <p:nvPr/>
            </p:nvSpPr>
            <p:spPr>
              <a:xfrm>
                <a:off x="1239004" y="3383962"/>
                <a:ext cx="5042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98E8906-A362-90B4-B084-A6AF5EDFB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04" y="3383962"/>
                <a:ext cx="50424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D3A202C-461C-34C1-479E-8AF90F1E8B96}"/>
              </a:ext>
            </a:extLst>
          </p:cNvPr>
          <p:cNvCxnSpPr>
            <a:cxnSpLocks/>
          </p:cNvCxnSpPr>
          <p:nvPr/>
        </p:nvCxnSpPr>
        <p:spPr>
          <a:xfrm>
            <a:off x="1625681" y="2149912"/>
            <a:ext cx="3657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5A832C7-18A5-4FE0-4FBE-666CFF9C5F1B}"/>
              </a:ext>
            </a:extLst>
          </p:cNvPr>
          <p:cNvCxnSpPr>
            <a:cxnSpLocks/>
          </p:cNvCxnSpPr>
          <p:nvPr/>
        </p:nvCxnSpPr>
        <p:spPr>
          <a:xfrm>
            <a:off x="1813377" y="2149912"/>
            <a:ext cx="0" cy="112960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35BDBF6-90B2-C881-CF19-9EE9B0DB826C}"/>
                  </a:ext>
                </a:extLst>
              </p:cNvPr>
              <p:cNvSpPr txBox="1"/>
              <p:nvPr/>
            </p:nvSpPr>
            <p:spPr>
              <a:xfrm>
                <a:off x="1233612" y="2466508"/>
                <a:ext cx="4944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35BDBF6-90B2-C881-CF19-9EE9B0DB8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612" y="2466508"/>
                <a:ext cx="49443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CFC1D66-C387-2D4B-BA29-8363263B5BBA}"/>
              </a:ext>
            </a:extLst>
          </p:cNvPr>
          <p:cNvCxnSpPr>
            <a:cxnSpLocks/>
          </p:cNvCxnSpPr>
          <p:nvPr/>
        </p:nvCxnSpPr>
        <p:spPr>
          <a:xfrm>
            <a:off x="1625681" y="3280273"/>
            <a:ext cx="3657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DA8AD53-12C1-89CD-EFB7-10E91DD38751}"/>
                  </a:ext>
                </a:extLst>
              </p:cNvPr>
              <p:cNvSpPr txBox="1"/>
              <p:nvPr/>
            </p:nvSpPr>
            <p:spPr>
              <a:xfrm>
                <a:off x="2621475" y="4239675"/>
                <a:ext cx="12647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DA8AD53-12C1-89CD-EFB7-10E91DD38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475" y="4239675"/>
                <a:ext cx="126470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78B9119-EC1C-1EFD-A94B-6F6C227E5A6A}"/>
                  </a:ext>
                </a:extLst>
              </p:cNvPr>
              <p:cNvSpPr txBox="1"/>
              <p:nvPr/>
            </p:nvSpPr>
            <p:spPr>
              <a:xfrm>
                <a:off x="2637374" y="1169766"/>
                <a:ext cx="12033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78B9119-EC1C-1EFD-A94B-6F6C227E5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374" y="1169766"/>
                <a:ext cx="120334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D9FE292-784B-D038-55EA-4FBB50B2F86E}"/>
              </a:ext>
            </a:extLst>
          </p:cNvPr>
          <p:cNvGrpSpPr/>
          <p:nvPr/>
        </p:nvGrpSpPr>
        <p:grpSpPr>
          <a:xfrm>
            <a:off x="6400798" y="2149896"/>
            <a:ext cx="409893" cy="1630783"/>
            <a:chOff x="9171694" y="1387936"/>
            <a:chExt cx="658375" cy="2743694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7667E2B-9121-3843-ACC0-B1CC6F38CE4E}"/>
                </a:ext>
              </a:extLst>
            </p:cNvPr>
            <p:cNvSpPr/>
            <p:nvPr/>
          </p:nvSpPr>
          <p:spPr>
            <a:xfrm>
              <a:off x="9500882" y="1387936"/>
              <a:ext cx="4547" cy="411553"/>
            </a:xfrm>
            <a:custGeom>
              <a:avLst/>
              <a:gdLst>
                <a:gd name="csX0" fmla="*/ -1147 w 8040"/>
                <a:gd name="csY0" fmla="*/ -222 h 564621"/>
                <a:gd name="csX1" fmla="*/ -1147 w 8040"/>
                <a:gd name="csY1" fmla="*/ 564399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222"/>
                  </a:moveTo>
                  <a:lnTo>
                    <a:pt x="-1147" y="564399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39EA9B7-E542-B8D3-5DE9-148705E496EB}"/>
                </a:ext>
              </a:extLst>
            </p:cNvPr>
            <p:cNvSpPr/>
            <p:nvPr/>
          </p:nvSpPr>
          <p:spPr>
            <a:xfrm>
              <a:off x="9171694" y="1799488"/>
              <a:ext cx="658375" cy="1920588"/>
            </a:xfrm>
            <a:custGeom>
              <a:avLst/>
              <a:gdLst>
                <a:gd name="csX0" fmla="*/ 580975 w 1164244"/>
                <a:gd name="csY0" fmla="*/ -479 h 2634911"/>
                <a:gd name="csX1" fmla="*/ -1147 w 1164244"/>
                <a:gd name="csY1" fmla="*/ 77017 h 2634911"/>
                <a:gd name="csX2" fmla="*/ 1163097 w 1164244"/>
                <a:gd name="csY2" fmla="*/ 232011 h 2634911"/>
                <a:gd name="csX3" fmla="*/ -1147 w 1164244"/>
                <a:gd name="csY3" fmla="*/ 387009 h 2634911"/>
                <a:gd name="csX4" fmla="*/ 1163097 w 1164244"/>
                <a:gd name="csY4" fmla="*/ 542002 h 2634911"/>
                <a:gd name="csX5" fmla="*/ -1147 w 1164244"/>
                <a:gd name="csY5" fmla="*/ 696996 h 2634911"/>
                <a:gd name="csX6" fmla="*/ 1163097 w 1164244"/>
                <a:gd name="csY6" fmla="*/ 851990 h 2634911"/>
                <a:gd name="csX7" fmla="*/ -1147 w 1164244"/>
                <a:gd name="csY7" fmla="*/ 1006984 h 2634911"/>
                <a:gd name="csX8" fmla="*/ 1163097 w 1164244"/>
                <a:gd name="csY8" fmla="*/ 1161978 h 2634911"/>
                <a:gd name="csX9" fmla="*/ -1147 w 1164244"/>
                <a:gd name="csY9" fmla="*/ 1316971 h 2634911"/>
                <a:gd name="csX10" fmla="*/ 1163097 w 1164244"/>
                <a:gd name="csY10" fmla="*/ 1471965 h 2634911"/>
                <a:gd name="csX11" fmla="*/ -1147 w 1164244"/>
                <a:gd name="csY11" fmla="*/ 1626959 h 2634911"/>
                <a:gd name="csX12" fmla="*/ 1163097 w 1164244"/>
                <a:gd name="csY12" fmla="*/ 1781953 h 2634911"/>
                <a:gd name="csX13" fmla="*/ -1147 w 1164244"/>
                <a:gd name="csY13" fmla="*/ 1936946 h 2634911"/>
                <a:gd name="csX14" fmla="*/ 1163097 w 1164244"/>
                <a:gd name="csY14" fmla="*/ 2091940 h 2634911"/>
                <a:gd name="csX15" fmla="*/ -1147 w 1164244"/>
                <a:gd name="csY15" fmla="*/ 2246948 h 2634911"/>
                <a:gd name="csX16" fmla="*/ 1163097 w 1164244"/>
                <a:gd name="csY16" fmla="*/ 2401921 h 2634911"/>
                <a:gd name="csX17" fmla="*/ -1147 w 1164244"/>
                <a:gd name="csY17" fmla="*/ 2556928 h 2634911"/>
                <a:gd name="csX18" fmla="*/ 580975 w 1164244"/>
                <a:gd name="csY18" fmla="*/ 2634433 h 2634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64244" h="2634911">
                  <a:moveTo>
                    <a:pt x="580975" y="-479"/>
                  </a:moveTo>
                  <a:lnTo>
                    <a:pt x="-1147" y="77017"/>
                  </a:lnTo>
                  <a:lnTo>
                    <a:pt x="1163097" y="232011"/>
                  </a:lnTo>
                  <a:lnTo>
                    <a:pt x="-1147" y="387009"/>
                  </a:lnTo>
                  <a:lnTo>
                    <a:pt x="1163097" y="542002"/>
                  </a:lnTo>
                  <a:lnTo>
                    <a:pt x="-1147" y="696996"/>
                  </a:lnTo>
                  <a:lnTo>
                    <a:pt x="1163097" y="851990"/>
                  </a:lnTo>
                  <a:lnTo>
                    <a:pt x="-1147" y="1006984"/>
                  </a:lnTo>
                  <a:lnTo>
                    <a:pt x="1163097" y="1161978"/>
                  </a:lnTo>
                  <a:lnTo>
                    <a:pt x="-1147" y="1316971"/>
                  </a:lnTo>
                  <a:lnTo>
                    <a:pt x="1163097" y="1471965"/>
                  </a:lnTo>
                  <a:lnTo>
                    <a:pt x="-1147" y="1626959"/>
                  </a:lnTo>
                  <a:lnTo>
                    <a:pt x="1163097" y="1781953"/>
                  </a:lnTo>
                  <a:lnTo>
                    <a:pt x="-1147" y="1936946"/>
                  </a:lnTo>
                  <a:lnTo>
                    <a:pt x="1163097" y="2091940"/>
                  </a:lnTo>
                  <a:lnTo>
                    <a:pt x="-1147" y="2246948"/>
                  </a:lnTo>
                  <a:lnTo>
                    <a:pt x="1163097" y="2401921"/>
                  </a:lnTo>
                  <a:lnTo>
                    <a:pt x="-1147" y="2556928"/>
                  </a:lnTo>
                  <a:lnTo>
                    <a:pt x="580975" y="2634433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13FB27F-85D1-F1E0-D866-4E197637DB39}"/>
                </a:ext>
              </a:extLst>
            </p:cNvPr>
            <p:cNvSpPr/>
            <p:nvPr/>
          </p:nvSpPr>
          <p:spPr>
            <a:xfrm>
              <a:off x="9500882" y="3720077"/>
              <a:ext cx="4547" cy="411553"/>
            </a:xfrm>
            <a:custGeom>
              <a:avLst/>
              <a:gdLst>
                <a:gd name="csX0" fmla="*/ -1147 w 8040"/>
                <a:gd name="csY0" fmla="*/ -737 h 564621"/>
                <a:gd name="csX1" fmla="*/ -1147 w 8040"/>
                <a:gd name="csY1" fmla="*/ 563885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737"/>
                  </a:moveTo>
                  <a:lnTo>
                    <a:pt x="-1147" y="563885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BDBB9A4-9666-36D4-3A2F-D2237DEF616D}"/>
              </a:ext>
            </a:extLst>
          </p:cNvPr>
          <p:cNvSpPr/>
          <p:nvPr/>
        </p:nvSpPr>
        <p:spPr>
          <a:xfrm>
            <a:off x="5882951" y="1894097"/>
            <a:ext cx="1460086" cy="2558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FB40BAC-E779-0654-298F-840406A5941B}"/>
              </a:ext>
            </a:extLst>
          </p:cNvPr>
          <p:cNvSpPr/>
          <p:nvPr/>
        </p:nvSpPr>
        <p:spPr>
          <a:xfrm>
            <a:off x="7343038" y="1894097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633F53B-5633-5A43-4459-B2334FFAA1C1}"/>
              </a:ext>
            </a:extLst>
          </p:cNvPr>
          <p:cNvSpPr/>
          <p:nvPr/>
        </p:nvSpPr>
        <p:spPr>
          <a:xfrm>
            <a:off x="5692055" y="1894097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64C626C-21A1-80FF-DE69-08FBC16DA43A}"/>
              </a:ext>
            </a:extLst>
          </p:cNvPr>
          <p:cNvCxnSpPr>
            <a:cxnSpLocks/>
          </p:cNvCxnSpPr>
          <p:nvPr/>
        </p:nvCxnSpPr>
        <p:spPr>
          <a:xfrm flipV="1">
            <a:off x="5882951" y="2149912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47C75F2-4E75-231A-50FA-86658C143C3E}"/>
              </a:ext>
            </a:extLst>
          </p:cNvPr>
          <p:cNvCxnSpPr>
            <a:cxnSpLocks/>
          </p:cNvCxnSpPr>
          <p:nvPr/>
        </p:nvCxnSpPr>
        <p:spPr>
          <a:xfrm flipV="1">
            <a:off x="7323823" y="2149912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63CA2EB-5E5C-E7DF-8DE5-7E914389D00E}"/>
              </a:ext>
            </a:extLst>
          </p:cNvPr>
          <p:cNvCxnSpPr>
            <a:cxnSpLocks/>
          </p:cNvCxnSpPr>
          <p:nvPr/>
        </p:nvCxnSpPr>
        <p:spPr>
          <a:xfrm flipH="1">
            <a:off x="5882951" y="2149912"/>
            <a:ext cx="144087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425662E-A564-335D-578C-7EE35C497BCD}"/>
              </a:ext>
            </a:extLst>
          </p:cNvPr>
          <p:cNvGrpSpPr/>
          <p:nvPr/>
        </p:nvGrpSpPr>
        <p:grpSpPr>
          <a:xfrm>
            <a:off x="5949428" y="3780701"/>
            <a:ext cx="1297568" cy="951808"/>
            <a:chOff x="5641320" y="3264188"/>
            <a:chExt cx="1297568" cy="951808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88CCD84-CD4A-11FB-8EA5-FB86BA9FBD9D}"/>
                </a:ext>
              </a:extLst>
            </p:cNvPr>
            <p:cNvSpPr/>
            <p:nvPr/>
          </p:nvSpPr>
          <p:spPr>
            <a:xfrm>
              <a:off x="5641320" y="3264188"/>
              <a:ext cx="1297568" cy="951808"/>
            </a:xfrm>
            <a:prstGeom prst="rect">
              <a:avLst/>
            </a:prstGeom>
            <a:solidFill>
              <a:srgbClr val="D9D9FF"/>
            </a:solidFill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39D1238A-E04D-DF3A-4F86-00A41909158E}"/>
                    </a:ext>
                  </a:extLst>
                </p:cNvPr>
                <p:cNvSpPr txBox="1"/>
                <p:nvPr/>
              </p:nvSpPr>
              <p:spPr>
                <a:xfrm>
                  <a:off x="5983054" y="3416761"/>
                  <a:ext cx="6196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3200" b="0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39D1238A-E04D-DF3A-4F86-00A419091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054" y="3416761"/>
                  <a:ext cx="619657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6FF7E09-A6C3-08DD-2D5A-32ACF8003695}"/>
              </a:ext>
            </a:extLst>
          </p:cNvPr>
          <p:cNvCxnSpPr>
            <a:cxnSpLocks/>
          </p:cNvCxnSpPr>
          <p:nvPr/>
        </p:nvCxnSpPr>
        <p:spPr>
          <a:xfrm>
            <a:off x="5167727" y="3286672"/>
            <a:ext cx="4816" cy="49400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4F7D790-90F7-29B7-01CE-68EDBBB361BF}"/>
                  </a:ext>
                </a:extLst>
              </p:cNvPr>
              <p:cNvSpPr txBox="1"/>
              <p:nvPr/>
            </p:nvSpPr>
            <p:spPr>
              <a:xfrm>
                <a:off x="4407679" y="3154051"/>
                <a:ext cx="6749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4F7D790-90F7-29B7-01CE-68EDBBB36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679" y="3154051"/>
                <a:ext cx="674992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2937DE7-3798-CCE9-5C05-1961287C0EE9}"/>
              </a:ext>
            </a:extLst>
          </p:cNvPr>
          <p:cNvCxnSpPr>
            <a:cxnSpLocks/>
          </p:cNvCxnSpPr>
          <p:nvPr/>
        </p:nvCxnSpPr>
        <p:spPr>
          <a:xfrm>
            <a:off x="4984847" y="3279499"/>
            <a:ext cx="3657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00A7A237-A09C-3BD2-515D-4055CCB02F42}"/>
                  </a:ext>
                </a:extLst>
              </p:cNvPr>
              <p:cNvSpPr txBox="1"/>
              <p:nvPr/>
            </p:nvSpPr>
            <p:spPr>
              <a:xfrm>
                <a:off x="5915546" y="4944920"/>
                <a:ext cx="67704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00A7A237-A09C-3BD2-515D-4055CCB02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546" y="4944920"/>
                <a:ext cx="67704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0BB1FC4E-EDBD-CE99-4166-9845466E12AB}"/>
                  </a:ext>
                </a:extLst>
              </p:cNvPr>
              <p:cNvSpPr txBox="1"/>
              <p:nvPr/>
            </p:nvSpPr>
            <p:spPr>
              <a:xfrm>
                <a:off x="5996540" y="1169750"/>
                <a:ext cx="1201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0BB1FC4E-EDBD-CE99-4166-9845466E1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540" y="1169750"/>
                <a:ext cx="1201739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6D0FD01-5B7E-2D20-8F7B-BFD067EC7EA6}"/>
              </a:ext>
            </a:extLst>
          </p:cNvPr>
          <p:cNvCxnSpPr>
            <a:cxnSpLocks/>
          </p:cNvCxnSpPr>
          <p:nvPr/>
        </p:nvCxnSpPr>
        <p:spPr>
          <a:xfrm>
            <a:off x="6592593" y="4824450"/>
            <a:ext cx="4816" cy="49400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D0F4B7E-F72D-8C6C-3E04-31E283932D7C}"/>
              </a:ext>
            </a:extLst>
          </p:cNvPr>
          <p:cNvGrpSpPr/>
          <p:nvPr/>
        </p:nvGrpSpPr>
        <p:grpSpPr>
          <a:xfrm>
            <a:off x="9699002" y="2149896"/>
            <a:ext cx="409893" cy="1950104"/>
            <a:chOff x="9171694" y="1387936"/>
            <a:chExt cx="658375" cy="2743694"/>
          </a:xfrm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CC6A8B5-9C16-75B8-4F1B-73624D6AF0C6}"/>
                </a:ext>
              </a:extLst>
            </p:cNvPr>
            <p:cNvSpPr/>
            <p:nvPr/>
          </p:nvSpPr>
          <p:spPr>
            <a:xfrm>
              <a:off x="9500882" y="1387936"/>
              <a:ext cx="4547" cy="411553"/>
            </a:xfrm>
            <a:custGeom>
              <a:avLst/>
              <a:gdLst>
                <a:gd name="csX0" fmla="*/ -1147 w 8040"/>
                <a:gd name="csY0" fmla="*/ -222 h 564621"/>
                <a:gd name="csX1" fmla="*/ -1147 w 8040"/>
                <a:gd name="csY1" fmla="*/ 564399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222"/>
                  </a:moveTo>
                  <a:lnTo>
                    <a:pt x="-1147" y="564399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5C6F5A9-845F-6294-6A47-88C0BBA49256}"/>
                </a:ext>
              </a:extLst>
            </p:cNvPr>
            <p:cNvSpPr/>
            <p:nvPr/>
          </p:nvSpPr>
          <p:spPr>
            <a:xfrm>
              <a:off x="9171694" y="1799488"/>
              <a:ext cx="658375" cy="1920588"/>
            </a:xfrm>
            <a:custGeom>
              <a:avLst/>
              <a:gdLst>
                <a:gd name="csX0" fmla="*/ 580975 w 1164244"/>
                <a:gd name="csY0" fmla="*/ -479 h 2634911"/>
                <a:gd name="csX1" fmla="*/ -1147 w 1164244"/>
                <a:gd name="csY1" fmla="*/ 77017 h 2634911"/>
                <a:gd name="csX2" fmla="*/ 1163097 w 1164244"/>
                <a:gd name="csY2" fmla="*/ 232011 h 2634911"/>
                <a:gd name="csX3" fmla="*/ -1147 w 1164244"/>
                <a:gd name="csY3" fmla="*/ 387009 h 2634911"/>
                <a:gd name="csX4" fmla="*/ 1163097 w 1164244"/>
                <a:gd name="csY4" fmla="*/ 542002 h 2634911"/>
                <a:gd name="csX5" fmla="*/ -1147 w 1164244"/>
                <a:gd name="csY5" fmla="*/ 696996 h 2634911"/>
                <a:gd name="csX6" fmla="*/ 1163097 w 1164244"/>
                <a:gd name="csY6" fmla="*/ 851990 h 2634911"/>
                <a:gd name="csX7" fmla="*/ -1147 w 1164244"/>
                <a:gd name="csY7" fmla="*/ 1006984 h 2634911"/>
                <a:gd name="csX8" fmla="*/ 1163097 w 1164244"/>
                <a:gd name="csY8" fmla="*/ 1161978 h 2634911"/>
                <a:gd name="csX9" fmla="*/ -1147 w 1164244"/>
                <a:gd name="csY9" fmla="*/ 1316971 h 2634911"/>
                <a:gd name="csX10" fmla="*/ 1163097 w 1164244"/>
                <a:gd name="csY10" fmla="*/ 1471965 h 2634911"/>
                <a:gd name="csX11" fmla="*/ -1147 w 1164244"/>
                <a:gd name="csY11" fmla="*/ 1626959 h 2634911"/>
                <a:gd name="csX12" fmla="*/ 1163097 w 1164244"/>
                <a:gd name="csY12" fmla="*/ 1781953 h 2634911"/>
                <a:gd name="csX13" fmla="*/ -1147 w 1164244"/>
                <a:gd name="csY13" fmla="*/ 1936946 h 2634911"/>
                <a:gd name="csX14" fmla="*/ 1163097 w 1164244"/>
                <a:gd name="csY14" fmla="*/ 2091940 h 2634911"/>
                <a:gd name="csX15" fmla="*/ -1147 w 1164244"/>
                <a:gd name="csY15" fmla="*/ 2246948 h 2634911"/>
                <a:gd name="csX16" fmla="*/ 1163097 w 1164244"/>
                <a:gd name="csY16" fmla="*/ 2401921 h 2634911"/>
                <a:gd name="csX17" fmla="*/ -1147 w 1164244"/>
                <a:gd name="csY17" fmla="*/ 2556928 h 2634911"/>
                <a:gd name="csX18" fmla="*/ 580975 w 1164244"/>
                <a:gd name="csY18" fmla="*/ 2634433 h 2634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64244" h="2634911">
                  <a:moveTo>
                    <a:pt x="580975" y="-479"/>
                  </a:moveTo>
                  <a:lnTo>
                    <a:pt x="-1147" y="77017"/>
                  </a:lnTo>
                  <a:lnTo>
                    <a:pt x="1163097" y="232011"/>
                  </a:lnTo>
                  <a:lnTo>
                    <a:pt x="-1147" y="387009"/>
                  </a:lnTo>
                  <a:lnTo>
                    <a:pt x="1163097" y="542002"/>
                  </a:lnTo>
                  <a:lnTo>
                    <a:pt x="-1147" y="696996"/>
                  </a:lnTo>
                  <a:lnTo>
                    <a:pt x="1163097" y="851990"/>
                  </a:lnTo>
                  <a:lnTo>
                    <a:pt x="-1147" y="1006984"/>
                  </a:lnTo>
                  <a:lnTo>
                    <a:pt x="1163097" y="1161978"/>
                  </a:lnTo>
                  <a:lnTo>
                    <a:pt x="-1147" y="1316971"/>
                  </a:lnTo>
                  <a:lnTo>
                    <a:pt x="1163097" y="1471965"/>
                  </a:lnTo>
                  <a:lnTo>
                    <a:pt x="-1147" y="1626959"/>
                  </a:lnTo>
                  <a:lnTo>
                    <a:pt x="1163097" y="1781953"/>
                  </a:lnTo>
                  <a:lnTo>
                    <a:pt x="-1147" y="1936946"/>
                  </a:lnTo>
                  <a:lnTo>
                    <a:pt x="1163097" y="2091940"/>
                  </a:lnTo>
                  <a:lnTo>
                    <a:pt x="-1147" y="2246948"/>
                  </a:lnTo>
                  <a:lnTo>
                    <a:pt x="1163097" y="2401921"/>
                  </a:lnTo>
                  <a:lnTo>
                    <a:pt x="-1147" y="2556928"/>
                  </a:lnTo>
                  <a:lnTo>
                    <a:pt x="580975" y="2634433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561032B-F754-1B25-C1B8-DD0A09C807E2}"/>
                </a:ext>
              </a:extLst>
            </p:cNvPr>
            <p:cNvSpPr/>
            <p:nvPr/>
          </p:nvSpPr>
          <p:spPr>
            <a:xfrm>
              <a:off x="9500882" y="3720077"/>
              <a:ext cx="4547" cy="411553"/>
            </a:xfrm>
            <a:custGeom>
              <a:avLst/>
              <a:gdLst>
                <a:gd name="csX0" fmla="*/ -1147 w 8040"/>
                <a:gd name="csY0" fmla="*/ -737 h 564621"/>
                <a:gd name="csX1" fmla="*/ -1147 w 8040"/>
                <a:gd name="csY1" fmla="*/ 563885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737"/>
                  </a:moveTo>
                  <a:lnTo>
                    <a:pt x="-1147" y="563885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9F9FB58-0E0A-027C-FAEB-9D6C1C6D479F}"/>
              </a:ext>
            </a:extLst>
          </p:cNvPr>
          <p:cNvSpPr/>
          <p:nvPr/>
        </p:nvSpPr>
        <p:spPr>
          <a:xfrm>
            <a:off x="9181155" y="1894097"/>
            <a:ext cx="1460086" cy="2558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9877BCF-8061-0910-65C6-22881EED7EDB}"/>
              </a:ext>
            </a:extLst>
          </p:cNvPr>
          <p:cNvSpPr/>
          <p:nvPr/>
        </p:nvSpPr>
        <p:spPr>
          <a:xfrm>
            <a:off x="10641242" y="1894097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04F3638-F74C-7263-9533-0544FFDE1A4E}"/>
              </a:ext>
            </a:extLst>
          </p:cNvPr>
          <p:cNvSpPr/>
          <p:nvPr/>
        </p:nvSpPr>
        <p:spPr>
          <a:xfrm>
            <a:off x="8990259" y="1894097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62F8654-0BE5-6C49-DAD7-A726619A6193}"/>
              </a:ext>
            </a:extLst>
          </p:cNvPr>
          <p:cNvCxnSpPr>
            <a:cxnSpLocks/>
          </p:cNvCxnSpPr>
          <p:nvPr/>
        </p:nvCxnSpPr>
        <p:spPr>
          <a:xfrm flipV="1">
            <a:off x="9181155" y="2149912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FF00E7C-84C6-5714-E148-375A5DB0E3D7}"/>
              </a:ext>
            </a:extLst>
          </p:cNvPr>
          <p:cNvCxnSpPr>
            <a:cxnSpLocks/>
          </p:cNvCxnSpPr>
          <p:nvPr/>
        </p:nvCxnSpPr>
        <p:spPr>
          <a:xfrm flipV="1">
            <a:off x="10622027" y="2149912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05EA302-F5DB-C8C9-D7B7-D2A199DB11F4}"/>
              </a:ext>
            </a:extLst>
          </p:cNvPr>
          <p:cNvCxnSpPr>
            <a:cxnSpLocks/>
          </p:cNvCxnSpPr>
          <p:nvPr/>
        </p:nvCxnSpPr>
        <p:spPr>
          <a:xfrm flipH="1">
            <a:off x="9181155" y="2149912"/>
            <a:ext cx="144087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42A8957-C718-B497-EB7D-078195F8F6A1}"/>
              </a:ext>
            </a:extLst>
          </p:cNvPr>
          <p:cNvGrpSpPr/>
          <p:nvPr/>
        </p:nvGrpSpPr>
        <p:grpSpPr>
          <a:xfrm>
            <a:off x="9247632" y="4100018"/>
            <a:ext cx="1297568" cy="951808"/>
            <a:chOff x="5641320" y="3264188"/>
            <a:chExt cx="1297568" cy="951808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945D821-8BE9-F129-FC83-2378838787D0}"/>
                </a:ext>
              </a:extLst>
            </p:cNvPr>
            <p:cNvSpPr/>
            <p:nvPr/>
          </p:nvSpPr>
          <p:spPr>
            <a:xfrm>
              <a:off x="5641320" y="3264188"/>
              <a:ext cx="1297568" cy="951808"/>
            </a:xfrm>
            <a:prstGeom prst="rect">
              <a:avLst/>
            </a:prstGeom>
            <a:solidFill>
              <a:srgbClr val="D9D9FF"/>
            </a:solidFill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C3BBB0B8-FD5C-1547-FC47-F4CF475D8B56}"/>
                    </a:ext>
                  </a:extLst>
                </p:cNvPr>
                <p:cNvSpPr txBox="1"/>
                <p:nvPr/>
              </p:nvSpPr>
              <p:spPr>
                <a:xfrm>
                  <a:off x="5983054" y="3416761"/>
                  <a:ext cx="6196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3200" b="0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C3BBB0B8-FD5C-1547-FC47-F4CF475D8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054" y="3416761"/>
                  <a:ext cx="619657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D63F1D2D-2C72-A4A8-7672-A185DD3AA55F}"/>
              </a:ext>
            </a:extLst>
          </p:cNvPr>
          <p:cNvCxnSpPr>
            <a:cxnSpLocks/>
          </p:cNvCxnSpPr>
          <p:nvPr/>
        </p:nvCxnSpPr>
        <p:spPr>
          <a:xfrm>
            <a:off x="8465931" y="3286672"/>
            <a:ext cx="0" cy="81332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8B582D9-4A30-30A1-417B-35421CC09803}"/>
                  </a:ext>
                </a:extLst>
              </p:cNvPr>
              <p:cNvSpPr txBox="1"/>
              <p:nvPr/>
            </p:nvSpPr>
            <p:spPr>
              <a:xfrm>
                <a:off x="7974274" y="4068466"/>
                <a:ext cx="101598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8B582D9-4A30-30A1-417B-35421CC09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274" y="4068466"/>
                <a:ext cx="1015984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D8C7745-AB23-7460-642C-13BD135CF7C7}"/>
              </a:ext>
            </a:extLst>
          </p:cNvPr>
          <p:cNvCxnSpPr>
            <a:cxnSpLocks/>
          </p:cNvCxnSpPr>
          <p:nvPr/>
        </p:nvCxnSpPr>
        <p:spPr>
          <a:xfrm>
            <a:off x="8283051" y="3279499"/>
            <a:ext cx="3657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0997BC6-6593-9118-40E6-A37DB36CE2EE}"/>
                  </a:ext>
                </a:extLst>
              </p:cNvPr>
              <p:cNvSpPr txBox="1"/>
              <p:nvPr/>
            </p:nvSpPr>
            <p:spPr>
              <a:xfrm>
                <a:off x="8787425" y="5129270"/>
                <a:ext cx="10146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0997BC6-6593-9118-40E6-A37DB36CE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425" y="5129270"/>
                <a:ext cx="1014637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4F7B1280-D067-FFDA-EF18-6A1488BF9C54}"/>
                  </a:ext>
                </a:extLst>
              </p:cNvPr>
              <p:cNvSpPr txBox="1"/>
              <p:nvPr/>
            </p:nvSpPr>
            <p:spPr>
              <a:xfrm>
                <a:off x="9294744" y="1169750"/>
                <a:ext cx="12033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4F7B1280-D067-FFDA-EF18-6A1488BF9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744" y="1169750"/>
                <a:ext cx="1203343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AFE65DD-1931-9BEE-F540-6518B1EFE8E4}"/>
              </a:ext>
            </a:extLst>
          </p:cNvPr>
          <p:cNvCxnSpPr>
            <a:cxnSpLocks/>
          </p:cNvCxnSpPr>
          <p:nvPr/>
        </p:nvCxnSpPr>
        <p:spPr>
          <a:xfrm>
            <a:off x="9890797" y="5114736"/>
            <a:ext cx="4816" cy="49400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288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AEDB088-F30A-6109-6D96-9E2759AE3506}"/>
              </a:ext>
            </a:extLst>
          </p:cNvPr>
          <p:cNvGrpSpPr/>
          <p:nvPr/>
        </p:nvGrpSpPr>
        <p:grpSpPr>
          <a:xfrm>
            <a:off x="6083354" y="1604789"/>
            <a:ext cx="385963" cy="1659377"/>
            <a:chOff x="9171694" y="1387936"/>
            <a:chExt cx="658375" cy="274369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F100E0D-7566-DC95-13EF-AB4E883E68F2}"/>
                </a:ext>
              </a:extLst>
            </p:cNvPr>
            <p:cNvSpPr/>
            <p:nvPr/>
          </p:nvSpPr>
          <p:spPr>
            <a:xfrm>
              <a:off x="9500882" y="1387936"/>
              <a:ext cx="4547" cy="411553"/>
            </a:xfrm>
            <a:custGeom>
              <a:avLst/>
              <a:gdLst>
                <a:gd name="csX0" fmla="*/ -1147 w 8040"/>
                <a:gd name="csY0" fmla="*/ -222 h 564621"/>
                <a:gd name="csX1" fmla="*/ -1147 w 8040"/>
                <a:gd name="csY1" fmla="*/ 564399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222"/>
                  </a:moveTo>
                  <a:lnTo>
                    <a:pt x="-1147" y="564399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D52AA23-355C-0064-D8E1-89BA72561CB4}"/>
                </a:ext>
              </a:extLst>
            </p:cNvPr>
            <p:cNvSpPr/>
            <p:nvPr/>
          </p:nvSpPr>
          <p:spPr>
            <a:xfrm>
              <a:off x="9171694" y="1799488"/>
              <a:ext cx="658375" cy="1920588"/>
            </a:xfrm>
            <a:custGeom>
              <a:avLst/>
              <a:gdLst>
                <a:gd name="csX0" fmla="*/ 580975 w 1164244"/>
                <a:gd name="csY0" fmla="*/ -479 h 2634911"/>
                <a:gd name="csX1" fmla="*/ -1147 w 1164244"/>
                <a:gd name="csY1" fmla="*/ 77017 h 2634911"/>
                <a:gd name="csX2" fmla="*/ 1163097 w 1164244"/>
                <a:gd name="csY2" fmla="*/ 232011 h 2634911"/>
                <a:gd name="csX3" fmla="*/ -1147 w 1164244"/>
                <a:gd name="csY3" fmla="*/ 387009 h 2634911"/>
                <a:gd name="csX4" fmla="*/ 1163097 w 1164244"/>
                <a:gd name="csY4" fmla="*/ 542002 h 2634911"/>
                <a:gd name="csX5" fmla="*/ -1147 w 1164244"/>
                <a:gd name="csY5" fmla="*/ 696996 h 2634911"/>
                <a:gd name="csX6" fmla="*/ 1163097 w 1164244"/>
                <a:gd name="csY6" fmla="*/ 851990 h 2634911"/>
                <a:gd name="csX7" fmla="*/ -1147 w 1164244"/>
                <a:gd name="csY7" fmla="*/ 1006984 h 2634911"/>
                <a:gd name="csX8" fmla="*/ 1163097 w 1164244"/>
                <a:gd name="csY8" fmla="*/ 1161978 h 2634911"/>
                <a:gd name="csX9" fmla="*/ -1147 w 1164244"/>
                <a:gd name="csY9" fmla="*/ 1316971 h 2634911"/>
                <a:gd name="csX10" fmla="*/ 1163097 w 1164244"/>
                <a:gd name="csY10" fmla="*/ 1471965 h 2634911"/>
                <a:gd name="csX11" fmla="*/ -1147 w 1164244"/>
                <a:gd name="csY11" fmla="*/ 1626959 h 2634911"/>
                <a:gd name="csX12" fmla="*/ 1163097 w 1164244"/>
                <a:gd name="csY12" fmla="*/ 1781953 h 2634911"/>
                <a:gd name="csX13" fmla="*/ -1147 w 1164244"/>
                <a:gd name="csY13" fmla="*/ 1936946 h 2634911"/>
                <a:gd name="csX14" fmla="*/ 1163097 w 1164244"/>
                <a:gd name="csY14" fmla="*/ 2091940 h 2634911"/>
                <a:gd name="csX15" fmla="*/ -1147 w 1164244"/>
                <a:gd name="csY15" fmla="*/ 2246948 h 2634911"/>
                <a:gd name="csX16" fmla="*/ 1163097 w 1164244"/>
                <a:gd name="csY16" fmla="*/ 2401921 h 2634911"/>
                <a:gd name="csX17" fmla="*/ -1147 w 1164244"/>
                <a:gd name="csY17" fmla="*/ 2556928 h 2634911"/>
                <a:gd name="csX18" fmla="*/ 580975 w 1164244"/>
                <a:gd name="csY18" fmla="*/ 2634433 h 2634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64244" h="2634911">
                  <a:moveTo>
                    <a:pt x="580975" y="-479"/>
                  </a:moveTo>
                  <a:lnTo>
                    <a:pt x="-1147" y="77017"/>
                  </a:lnTo>
                  <a:lnTo>
                    <a:pt x="1163097" y="232011"/>
                  </a:lnTo>
                  <a:lnTo>
                    <a:pt x="-1147" y="387009"/>
                  </a:lnTo>
                  <a:lnTo>
                    <a:pt x="1163097" y="542002"/>
                  </a:lnTo>
                  <a:lnTo>
                    <a:pt x="-1147" y="696996"/>
                  </a:lnTo>
                  <a:lnTo>
                    <a:pt x="1163097" y="851990"/>
                  </a:lnTo>
                  <a:lnTo>
                    <a:pt x="-1147" y="1006984"/>
                  </a:lnTo>
                  <a:lnTo>
                    <a:pt x="1163097" y="1161978"/>
                  </a:lnTo>
                  <a:lnTo>
                    <a:pt x="-1147" y="1316971"/>
                  </a:lnTo>
                  <a:lnTo>
                    <a:pt x="1163097" y="1471965"/>
                  </a:lnTo>
                  <a:lnTo>
                    <a:pt x="-1147" y="1626959"/>
                  </a:lnTo>
                  <a:lnTo>
                    <a:pt x="1163097" y="1781953"/>
                  </a:lnTo>
                  <a:lnTo>
                    <a:pt x="-1147" y="1936946"/>
                  </a:lnTo>
                  <a:lnTo>
                    <a:pt x="1163097" y="2091940"/>
                  </a:lnTo>
                  <a:lnTo>
                    <a:pt x="-1147" y="2246948"/>
                  </a:lnTo>
                  <a:lnTo>
                    <a:pt x="1163097" y="2401921"/>
                  </a:lnTo>
                  <a:lnTo>
                    <a:pt x="-1147" y="2556928"/>
                  </a:lnTo>
                  <a:lnTo>
                    <a:pt x="580975" y="2634433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7BCF6E9-8631-0F5A-50C6-DCB9E011DF76}"/>
                </a:ext>
              </a:extLst>
            </p:cNvPr>
            <p:cNvSpPr/>
            <p:nvPr/>
          </p:nvSpPr>
          <p:spPr>
            <a:xfrm>
              <a:off x="9500882" y="3720077"/>
              <a:ext cx="4547" cy="411553"/>
            </a:xfrm>
            <a:custGeom>
              <a:avLst/>
              <a:gdLst>
                <a:gd name="csX0" fmla="*/ -1147 w 8040"/>
                <a:gd name="csY0" fmla="*/ -737 h 564621"/>
                <a:gd name="csX1" fmla="*/ -1147 w 8040"/>
                <a:gd name="csY1" fmla="*/ 563885 h 56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40" h="564621">
                  <a:moveTo>
                    <a:pt x="-1147" y="-737"/>
                  </a:moveTo>
                  <a:lnTo>
                    <a:pt x="-1147" y="563885"/>
                  </a:lnTo>
                </a:path>
              </a:pathLst>
            </a:custGeom>
            <a:noFill/>
            <a:ln w="38100" cap="flat">
              <a:solidFill>
                <a:schemeClr val="bg2">
                  <a:lumMod val="7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9211D30-C907-1FD1-0B49-3589262F69BD}"/>
              </a:ext>
            </a:extLst>
          </p:cNvPr>
          <p:cNvSpPr/>
          <p:nvPr/>
        </p:nvSpPr>
        <p:spPr>
          <a:xfrm>
            <a:off x="5565507" y="1348990"/>
            <a:ext cx="1460086" cy="2558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25E253-4BC7-C8D0-237C-66FA753F67E0}"/>
              </a:ext>
            </a:extLst>
          </p:cNvPr>
          <p:cNvSpPr/>
          <p:nvPr/>
        </p:nvSpPr>
        <p:spPr>
          <a:xfrm>
            <a:off x="7025594" y="1348990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3D2BCB-AE6E-43B1-81C2-8F339C1BB26C}"/>
              </a:ext>
            </a:extLst>
          </p:cNvPr>
          <p:cNvSpPr/>
          <p:nvPr/>
        </p:nvSpPr>
        <p:spPr>
          <a:xfrm>
            <a:off x="5374611" y="1348990"/>
            <a:ext cx="190895" cy="322807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EB3095-D5F7-632F-E5D7-EAE0B9A8DCBD}"/>
              </a:ext>
            </a:extLst>
          </p:cNvPr>
          <p:cNvCxnSpPr>
            <a:cxnSpLocks/>
          </p:cNvCxnSpPr>
          <p:nvPr/>
        </p:nvCxnSpPr>
        <p:spPr>
          <a:xfrm flipV="1">
            <a:off x="5565507" y="1604805"/>
            <a:ext cx="0" cy="29722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D8ADD9-D799-16D0-4441-F920969BAFB4}"/>
              </a:ext>
            </a:extLst>
          </p:cNvPr>
          <p:cNvCxnSpPr>
            <a:cxnSpLocks/>
          </p:cNvCxnSpPr>
          <p:nvPr/>
        </p:nvCxnSpPr>
        <p:spPr>
          <a:xfrm flipH="1">
            <a:off x="5565507" y="1604805"/>
            <a:ext cx="144087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F04438F-3EC9-6A08-CD12-2397D16CCC30}"/>
              </a:ext>
            </a:extLst>
          </p:cNvPr>
          <p:cNvSpPr/>
          <p:nvPr/>
        </p:nvSpPr>
        <p:spPr>
          <a:xfrm>
            <a:off x="5641320" y="3264188"/>
            <a:ext cx="1297568" cy="951808"/>
          </a:xfrm>
          <a:prstGeom prst="rect">
            <a:avLst/>
          </a:prstGeom>
          <a:solidFill>
            <a:srgbClr val="D9D9FF"/>
          </a:solidFill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F7C053-DB9D-481B-0BCB-9BA3F253EAC4}"/>
                  </a:ext>
                </a:extLst>
              </p:cNvPr>
              <p:cNvSpPr txBox="1"/>
              <p:nvPr/>
            </p:nvSpPr>
            <p:spPr>
              <a:xfrm>
                <a:off x="5985721" y="3429000"/>
                <a:ext cx="61965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3200" b="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F7C053-DB9D-481B-0BCB-9BA3F253E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721" y="3429000"/>
                <a:ext cx="619657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518542-169C-1FC0-5888-933737FA2BD9}"/>
              </a:ext>
            </a:extLst>
          </p:cNvPr>
          <p:cNvCxnSpPr>
            <a:cxnSpLocks/>
          </p:cNvCxnSpPr>
          <p:nvPr/>
        </p:nvCxnSpPr>
        <p:spPr>
          <a:xfrm>
            <a:off x="4781202" y="2482372"/>
            <a:ext cx="0" cy="81332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1FE2AB-57A1-9DF6-95CB-EAB47DDF5655}"/>
                  </a:ext>
                </a:extLst>
              </p:cNvPr>
              <p:cNvSpPr txBox="1"/>
              <p:nvPr/>
            </p:nvSpPr>
            <p:spPr>
              <a:xfrm>
                <a:off x="4289545" y="3264166"/>
                <a:ext cx="101598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1FE2AB-57A1-9DF6-95CB-EAB47DDF5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545" y="3264166"/>
                <a:ext cx="101598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0209E1-F5DD-93C4-5A32-861C922CAECD}"/>
              </a:ext>
            </a:extLst>
          </p:cNvPr>
          <p:cNvCxnSpPr>
            <a:cxnSpLocks/>
          </p:cNvCxnSpPr>
          <p:nvPr/>
        </p:nvCxnSpPr>
        <p:spPr>
          <a:xfrm>
            <a:off x="4598322" y="2475199"/>
            <a:ext cx="3657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FAE0C4E-4857-B3D8-8054-F3EBFAB8B2D5}"/>
              </a:ext>
            </a:extLst>
          </p:cNvPr>
          <p:cNvCxnSpPr>
            <a:cxnSpLocks/>
          </p:cNvCxnSpPr>
          <p:nvPr/>
        </p:nvCxnSpPr>
        <p:spPr>
          <a:xfrm>
            <a:off x="6283593" y="4237767"/>
            <a:ext cx="0" cy="81332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2BF540-B7F3-5F26-53B9-EC53F309A7E4}"/>
                  </a:ext>
                </a:extLst>
              </p:cNvPr>
              <p:cNvSpPr txBox="1"/>
              <p:nvPr/>
            </p:nvSpPr>
            <p:spPr>
              <a:xfrm>
                <a:off x="5104686" y="4674641"/>
                <a:ext cx="10178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2BF540-B7F3-5F26-53B9-EC53F309A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686" y="4674641"/>
                <a:ext cx="101784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58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43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Mitchell Fowler</dc:creator>
  <cp:lastModifiedBy>Mitchell Fowler</cp:lastModifiedBy>
  <cp:revision>1</cp:revision>
  <dcterms:created xsi:type="dcterms:W3CDTF">2026-02-01T05:32:22Z</dcterms:created>
  <dcterms:modified xsi:type="dcterms:W3CDTF">2026-02-02T04:36:24Z</dcterms:modified>
</cp:coreProperties>
</file>